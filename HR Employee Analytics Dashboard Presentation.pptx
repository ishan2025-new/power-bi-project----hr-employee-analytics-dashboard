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33" autoAdjust="0"/>
  </p:normalViewPr>
  <p:slideViewPr>
    <p:cSldViewPr snapToGrid="0" snapToObjects="1">
      <p:cViewPr varScale="1">
        <p:scale>
          <a:sx n="86" d="100"/>
          <a:sy n="86" d="100"/>
        </p:scale>
        <p:origin x="7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408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914400" y="187452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kern="0" spc="100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NEXORA HR EMPLOYEE ANALYTICS DASHBOARD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 BI Project on the </a:t>
            </a:r>
            <a:r>
              <a:rPr lang="en-US" sz="1700" i="1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r>
              <a:rPr lang="en-US" sz="17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 Employee Attrition Dataset</a:t>
            </a:r>
            <a:endParaRPr lang="en-US" sz="17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140B071-2E37-44FC-872B-A33C1BC36B59}"/>
              </a:ext>
            </a:extLst>
          </p:cNvPr>
          <p:cNvGrpSpPr/>
          <p:nvPr/>
        </p:nvGrpSpPr>
        <p:grpSpPr>
          <a:xfrm>
            <a:off x="3581400" y="4251960"/>
            <a:ext cx="5029200" cy="1047042"/>
            <a:chOff x="3584448" y="3794760"/>
            <a:chExt cx="5029200" cy="1047042"/>
          </a:xfrm>
        </p:grpSpPr>
        <p:sp>
          <p:nvSpPr>
            <p:cNvPr id="6" name="Shape 4"/>
            <p:cNvSpPr/>
            <p:nvPr/>
          </p:nvSpPr>
          <p:spPr>
            <a:xfrm>
              <a:off x="3584448" y="3794760"/>
              <a:ext cx="5029200" cy="1047042"/>
            </a:xfrm>
            <a:prstGeom prst="roundRect">
              <a:avLst>
                <a:gd name="adj" fmla="val 5581"/>
              </a:avLst>
            </a:prstGeom>
            <a:solidFill>
              <a:srgbClr val="FCF6F5"/>
            </a:solidFill>
            <a:ln/>
            <a:effectLst>
              <a:outerShdw blurRad="101600" dist="38100" dir="5400000" algn="bl" rotWithShape="0">
                <a:srgbClr val="000000">
                  <a:alpha val="25000"/>
                </a:srgbClr>
              </a:outerShdw>
            </a:effectLst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 5"/>
            <p:cNvSpPr/>
            <p:nvPr/>
          </p:nvSpPr>
          <p:spPr>
            <a:xfrm>
              <a:off x="3858768" y="4005072"/>
              <a:ext cx="14630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PRESENETED BY</a:t>
              </a:r>
              <a:endParaRPr lang="en-US" sz="11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57800" y="4005072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Rudrashis Chowdhury, Gourab Mondal and Tuhin Roy</a:t>
              </a:r>
              <a:endParaRPr lang="en-US" sz="13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858768" y="4399232"/>
              <a:ext cx="146304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dirty="0">
                  <a:solidFill>
                    <a:srgbClr val="99001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DATE</a:t>
              </a:r>
              <a:endParaRPr lang="en-US" sz="11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257800" y="4399232"/>
              <a:ext cx="3200400" cy="4425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dirty="0">
                  <a:solidFill>
                    <a:srgbClr val="2A2A2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2nd August 2026</a:t>
              </a:r>
              <a:endParaRPr lang="en-US" sz="1300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C2C1459-7796-7EBB-45FD-81D3ADBFE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0" y="864489"/>
            <a:ext cx="3095625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34440" y="1371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34440" y="16916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</a:t>
            </a:r>
            <a:r>
              <a:rPr lang="en-US" sz="1150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 attrition data to uncover workforce and attrition trends.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420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employee attrition impacts cost, productivity, and morale.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37124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403250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Power Query, DAX, and Excel for end-to-end analysis.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88289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34440" y="52029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dashboard that enables data-driven HR decisions.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1417320"/>
            <a:ext cx="4846320" cy="4709160"/>
          </a:xfrm>
          <a:prstGeom prst="roundRect">
            <a:avLst>
              <a:gd name="adj" fmla="val 1942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223760" y="1691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USED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223760" y="228600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452360" y="2286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223760" y="324612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7452360" y="32461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23760" y="420624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7452360" y="4206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223760" y="5166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7452360" y="5166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(CSV Dataset)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Data Cleaning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78308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246120" y="192024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246120" y="2697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Columns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00" i="1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 Employee Attrition dataset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3716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309360" y="18288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177393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the CSV dataset into Power Query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09360" y="2395728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09360" y="239572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23408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EmployeeCount, Over18, StandardHours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2962656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309360" y="2962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29077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column data types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309360" y="352958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309360" y="35295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duplicate records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309360" y="409651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6309360" y="40965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404164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for missing values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DAX Measures &amp; Calculated Columns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89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816352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914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89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438144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14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89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Stayed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4059936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40599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89888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681728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6817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89888" y="46360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5303520"/>
            <a:ext cx="310896" cy="310896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035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89888" y="5257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1417320"/>
            <a:ext cx="5394960" cy="4709160"/>
          </a:xfrm>
          <a:prstGeom prst="roundRect">
            <a:avLst>
              <a:gd name="adj" fmla="val 194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62940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COLUMNS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2194560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629400" y="21945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04888" y="2148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29400" y="2816352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629400" y="281635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04888" y="27706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Band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629400" y="3438144"/>
            <a:ext cx="310896" cy="3108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629400" y="343814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04888" y="33924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Tenure Group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1 – Overview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8484"/>
          </a:xfrm>
          <a:prstGeom prst="roundRect">
            <a:avLst>
              <a:gd name="adj" fmla="val 1178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 b="1"/>
          </a:p>
        </p:txBody>
      </p:sp>
      <p:sp>
        <p:nvSpPr>
          <p:cNvPr id="6" name="Text 3"/>
          <p:cNvSpPr/>
          <p:nvPr/>
        </p:nvSpPr>
        <p:spPr>
          <a:xfrm>
            <a:off x="9006840" y="115046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cards: Total Employees, Employees Left, Attrition Rate, Average Salary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17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Department and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461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by Department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242531" y="41376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distribution and Salary Band split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8C9A527-C23A-D4FB-7049-3B7282D34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79" y="1126715"/>
            <a:ext cx="7875735" cy="44308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2 – Employee Details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03829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31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90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Details table with drill-through to individual records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6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Job Satisfaction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4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 by Company Tenure Group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59D27E8-D99A-5EB6-C600-EF09B9613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131800"/>
            <a:ext cx="7786525" cy="43509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Page 3 – Department Performance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138160" cy="4654317"/>
          </a:xfrm>
          <a:prstGeom prst="roundRect">
            <a:avLst>
              <a:gd name="adj" fmla="val 1179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8732520" y="1005840"/>
            <a:ext cx="2971800" cy="5074920"/>
          </a:xfrm>
          <a:prstGeom prst="roundRect">
            <a:avLst>
              <a:gd name="adj" fmla="val 3077"/>
            </a:avLst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9006840" y="1159793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006840" y="1819656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9189720" y="1439898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summary table (working years, tenure, income)</a:t>
            </a:r>
            <a:endParaRPr lang="en-US" sz="1150" b="1" dirty="0"/>
          </a:p>
        </p:txBody>
      </p:sp>
      <p:sp>
        <p:nvSpPr>
          <p:cNvPr id="9" name="Shape 6"/>
          <p:cNvSpPr/>
          <p:nvPr/>
        </p:nvSpPr>
        <p:spPr>
          <a:xfrm>
            <a:off x="9006840" y="2715768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9189720" y="233601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 by Job Role and Average Salary by Job Role</a:t>
            </a:r>
            <a:endParaRPr lang="en-US" sz="1150" b="1" dirty="0"/>
          </a:p>
        </p:txBody>
      </p:sp>
      <p:sp>
        <p:nvSpPr>
          <p:cNvPr id="11" name="Shape 8"/>
          <p:cNvSpPr/>
          <p:nvPr/>
        </p:nvSpPr>
        <p:spPr>
          <a:xfrm>
            <a:off x="9006840" y="3611880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9189720" y="3232122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Satisfaction breakdown</a:t>
            </a:r>
            <a:endParaRPr lang="en-US" sz="1150" b="1" dirty="0"/>
          </a:p>
        </p:txBody>
      </p:sp>
      <p:sp>
        <p:nvSpPr>
          <p:cNvPr id="13" name="Shape 10"/>
          <p:cNvSpPr/>
          <p:nvPr/>
        </p:nvSpPr>
        <p:spPr>
          <a:xfrm>
            <a:off x="9006840" y="4507992"/>
            <a:ext cx="82296" cy="82296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9189720" y="4128234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analysis</a:t>
            </a:r>
            <a:endParaRPr lang="en-US" sz="1150" b="1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19C2DE9-BBAB-FFAC-CA48-692F3B1B3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1" y="1159794"/>
            <a:ext cx="7795446" cy="4355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1,470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4340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4340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34340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Left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138160" y="144475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16.1%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13816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3D4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11109960" cy="3017520"/>
          </a:xfrm>
          <a:prstGeom prst="roundRect">
            <a:avLst>
              <a:gd name="adj" fmla="val 3030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914400" y="3291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4400" y="3886200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14400" y="3886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381304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Development has the highest attrition among departments.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4599432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14400" y="45994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5262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have the highest average salary of all job roles.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" y="5312664"/>
            <a:ext cx="292608" cy="292608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3126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523951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working overtime show a higher likelihood of attrition.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822960" y="1627632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69164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employee engagement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244144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overtime policies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74136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822960" y="3493008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3493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91640" y="337413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career development opportunities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E8EA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548640" cy="548640"/>
          </a:xfrm>
          <a:prstGeom prst="ellipse">
            <a:avLst/>
          </a:prstGeom>
          <a:solidFill>
            <a:srgbClr val="2F3C7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44256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91640" y="430682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 employee retention programs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239512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FBE9E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22960" y="5358384"/>
            <a:ext cx="548640" cy="5486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CF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52395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regular employee satisfaction surveys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CF6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960120" y="138988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interactive HR Analytics Dashboard using Power BI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212848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60120" y="20482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Performed data cleaning using Power Query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871216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960120" y="270662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DAX measures and calculated columns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529584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960120" y="336499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KPIs and drill-through pages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187952"/>
            <a:ext cx="91440" cy="91440"/>
          </a:xfrm>
          <a:prstGeom prst="ellipse">
            <a:avLst/>
          </a:prstGeom>
          <a:solidFill>
            <a:srgbClr val="99001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data-driven HR decision-making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40880" y="146304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FCF6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040880" y="3154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Rudrashis Chowdhury  •  MCA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Amity University, Noida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Employee Analytics Dashboard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477</Words>
  <Application>Microsoft Office PowerPoint</Application>
  <PresentationFormat>Widescreen</PresentationFormat>
  <Paragraphs>144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Anudip</cp:lastModifiedBy>
  <cp:revision>14</cp:revision>
  <dcterms:created xsi:type="dcterms:W3CDTF">2026-08-02T09:40:31Z</dcterms:created>
  <dcterms:modified xsi:type="dcterms:W3CDTF">2026-08-13T08:51:28Z</dcterms:modified>
</cp:coreProperties>
</file>
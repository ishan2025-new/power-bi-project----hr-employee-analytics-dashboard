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5033" autoAdjust="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40855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3C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914400" y="1874520"/>
            <a:ext cx="103601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kern="0" spc="100" dirty="0">
                <a:solidFill>
                  <a:srgbClr val="FCF6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HR EMPLOYEE ANALYTICS DASHBOARD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914400" y="283464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i="1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Power BI Project on the IBM HR Employee Attrition Dataset</a:t>
            </a:r>
            <a:endParaRPr lang="en-US" sz="170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140B071-2E37-44FC-872B-A33C1BC36B59}"/>
              </a:ext>
            </a:extLst>
          </p:cNvPr>
          <p:cNvGrpSpPr/>
          <p:nvPr/>
        </p:nvGrpSpPr>
        <p:grpSpPr>
          <a:xfrm>
            <a:off x="3581400" y="4251960"/>
            <a:ext cx="5029200" cy="1047042"/>
            <a:chOff x="3584448" y="3794760"/>
            <a:chExt cx="5029200" cy="1047042"/>
          </a:xfrm>
        </p:grpSpPr>
        <p:sp>
          <p:nvSpPr>
            <p:cNvPr id="6" name="Shape 4"/>
            <p:cNvSpPr/>
            <p:nvPr/>
          </p:nvSpPr>
          <p:spPr>
            <a:xfrm>
              <a:off x="3584448" y="3794760"/>
              <a:ext cx="5029200" cy="1047042"/>
            </a:xfrm>
            <a:prstGeom prst="roundRect">
              <a:avLst>
                <a:gd name="adj" fmla="val 5581"/>
              </a:avLst>
            </a:prstGeom>
            <a:solidFill>
              <a:srgbClr val="FCF6F5"/>
            </a:solidFill>
            <a:ln/>
            <a:effectLst>
              <a:outerShdw blurRad="101600" dist="38100" dir="5400000" algn="bl" rotWithShape="0">
                <a:srgbClr val="000000">
                  <a:alpha val="25000"/>
                </a:srgbClr>
              </a:outerShdw>
            </a:effectLst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 5"/>
            <p:cNvSpPr/>
            <p:nvPr/>
          </p:nvSpPr>
          <p:spPr>
            <a:xfrm>
              <a:off x="3858768" y="4005072"/>
              <a:ext cx="14630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99001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PRESENETED BY</a:t>
              </a:r>
              <a:endParaRPr lang="en-US" sz="11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5257800" y="4005072"/>
              <a:ext cx="320040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dirty="0">
                  <a:solidFill>
                    <a:srgbClr val="2A2A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Rudrashis Chowdhury, Gourab Mondal and Tuhin Roy</a:t>
              </a:r>
              <a:endParaRPr lang="en-US" sz="13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3858768" y="4399232"/>
              <a:ext cx="1463040" cy="4425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99001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DATE</a:t>
              </a:r>
              <a:endParaRPr lang="en-US" sz="110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5257800" y="4399232"/>
              <a:ext cx="3200400" cy="4425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dirty="0">
                  <a:solidFill>
                    <a:srgbClr val="2A2A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2nd August 2026</a:t>
              </a:r>
              <a:endParaRPr lang="en-US" sz="1300" dirty="0"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0C2C1459-7796-7EBB-45FD-81D3ADBFEF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7240" y="864489"/>
            <a:ext cx="3095625" cy="9048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02920" cy="502920"/>
          </a:xfrm>
          <a:prstGeom prst="ellipse">
            <a:avLst/>
          </a:prstGeom>
          <a:solidFill>
            <a:srgbClr val="2F3C7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234440" y="13716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34440" y="16916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IBM HR attrition data to uncover workforce and attrition trends.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2587752"/>
            <a:ext cx="502920" cy="502920"/>
          </a:xfrm>
          <a:prstGeom prst="ellipse">
            <a:avLst/>
          </a:prstGeom>
          <a:solidFill>
            <a:srgbClr val="2F3C7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48640" y="25877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254203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34440" y="2862072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employee attrition impacts cost, productivity, and morale.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3758184"/>
            <a:ext cx="502920" cy="502920"/>
          </a:xfrm>
          <a:prstGeom prst="ellipse">
            <a:avLst/>
          </a:prstGeom>
          <a:solidFill>
            <a:srgbClr val="2F3C7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48640" y="375818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34440" y="3712464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Used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34440" y="4032504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BI, Power Query, DAX, and Excel for end-to-end analysis.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4928616"/>
            <a:ext cx="502920" cy="502920"/>
          </a:xfrm>
          <a:prstGeom prst="ellipse">
            <a:avLst/>
          </a:prstGeom>
          <a:solidFill>
            <a:srgbClr val="2F3C7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48640" y="492861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34440" y="4882896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34440" y="5202936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interactive dashboard that enables data-driven HR decisions.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858000" y="1417320"/>
            <a:ext cx="4846320" cy="4709160"/>
          </a:xfrm>
          <a:prstGeom prst="roundRect">
            <a:avLst>
              <a:gd name="adj" fmla="val 1942"/>
            </a:avLst>
          </a:prstGeom>
          <a:solidFill>
            <a:srgbClr val="2F3C7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7223760" y="16916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USED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223760" y="2286000"/>
            <a:ext cx="4114800" cy="777240"/>
          </a:xfrm>
          <a:prstGeom prst="roundRect">
            <a:avLst>
              <a:gd name="adj" fmla="val 9412"/>
            </a:avLst>
          </a:prstGeom>
          <a:solidFill>
            <a:srgbClr val="FCF6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7452360" y="228600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7223760" y="3246120"/>
            <a:ext cx="4114800" cy="777240"/>
          </a:xfrm>
          <a:prstGeom prst="roundRect">
            <a:avLst>
              <a:gd name="adj" fmla="val 9412"/>
            </a:avLst>
          </a:prstGeom>
          <a:solidFill>
            <a:srgbClr val="FCF6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7452360" y="324612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7223760" y="4206240"/>
            <a:ext cx="4114800" cy="777240"/>
          </a:xfrm>
          <a:prstGeom prst="roundRect">
            <a:avLst>
              <a:gd name="adj" fmla="val 9412"/>
            </a:avLst>
          </a:prstGeom>
          <a:solidFill>
            <a:srgbClr val="FCF6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7452360" y="420624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7223760" y="5166360"/>
            <a:ext cx="4114800" cy="777240"/>
          </a:xfrm>
          <a:prstGeom prst="roundRect">
            <a:avLst>
              <a:gd name="adj" fmla="val 9412"/>
            </a:avLst>
          </a:prstGeom>
          <a:solidFill>
            <a:srgbClr val="FCF6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7452360" y="516636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(CSV Dataset)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Employee Analytics Dashboard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&amp; Data Cleaning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514600" cy="1554480"/>
          </a:xfrm>
          <a:prstGeom prst="roundRect">
            <a:avLst>
              <a:gd name="adj" fmla="val 5882"/>
            </a:avLst>
          </a:prstGeom>
          <a:solidFill>
            <a:srgbClr val="99001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CF6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1,470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269748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3D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Records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46120" y="1783080"/>
            <a:ext cx="2514600" cy="1554480"/>
          </a:xfrm>
          <a:prstGeom prst="roundRect">
            <a:avLst>
              <a:gd name="adj" fmla="val 5882"/>
            </a:avLst>
          </a:prstGeom>
          <a:solidFill>
            <a:srgbClr val="99001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246120" y="192024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CF6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246120" y="269748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3D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Columns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52044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IBM HR Employee Attrition dataset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309360" y="13716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309360" y="1828800"/>
            <a:ext cx="292608" cy="292608"/>
          </a:xfrm>
          <a:prstGeom prst="ellipse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309360" y="18288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766560" y="1773936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Imported the CSV dataset into Power Query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309360" y="2395728"/>
            <a:ext cx="292608" cy="292608"/>
          </a:xfrm>
          <a:prstGeom prst="ellipse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309360" y="239572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766560" y="2340864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EmployeeCount, Over18, StandardHours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309360" y="2962656"/>
            <a:ext cx="292608" cy="292608"/>
          </a:xfrm>
          <a:prstGeom prst="ellipse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309360" y="296265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766560" y="290779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column data types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309360" y="3529584"/>
            <a:ext cx="292608" cy="292608"/>
          </a:xfrm>
          <a:prstGeom prst="ellipse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309360" y="352958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766560" y="34747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for duplicate records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309360" y="4096512"/>
            <a:ext cx="292608" cy="292608"/>
          </a:xfrm>
          <a:prstGeom prst="ellipse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309360" y="409651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766560" y="404164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for missing values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Employee Analytics Dashboard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DAX Measures &amp; Calculated Columns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394960" cy="4709160"/>
          </a:xfrm>
          <a:prstGeom prst="roundRect">
            <a:avLst>
              <a:gd name="adj" fmla="val 1942"/>
            </a:avLst>
          </a:prstGeom>
          <a:solidFill>
            <a:srgbClr val="FBE9E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10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MEASURES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914400" y="2194560"/>
            <a:ext cx="310896" cy="310896"/>
          </a:xfrm>
          <a:prstGeom prst="ellipse">
            <a:avLst/>
          </a:prstGeom>
          <a:solidFill>
            <a:srgbClr val="2F3C7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14400" y="219456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fₓ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89888" y="214884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Employees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14400" y="2816352"/>
            <a:ext cx="310896" cy="310896"/>
          </a:xfrm>
          <a:prstGeom prst="ellipse">
            <a:avLst/>
          </a:prstGeom>
          <a:solidFill>
            <a:srgbClr val="2F3C7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914400" y="281635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89888" y="277063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Left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14400" y="3438144"/>
            <a:ext cx="310896" cy="310896"/>
          </a:xfrm>
          <a:prstGeom prst="ellipse">
            <a:avLst/>
          </a:prstGeom>
          <a:solidFill>
            <a:srgbClr val="2F3C7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914400" y="343814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fₓ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89888" y="3392424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Stayed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14400" y="4059936"/>
            <a:ext cx="310896" cy="310896"/>
          </a:xfrm>
          <a:prstGeom prst="ellipse">
            <a:avLst/>
          </a:prstGeom>
          <a:solidFill>
            <a:srgbClr val="2F3C7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914400" y="405993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fₓ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89888" y="4014216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Rate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14400" y="4681728"/>
            <a:ext cx="310896" cy="310896"/>
          </a:xfrm>
          <a:prstGeom prst="ellipse">
            <a:avLst/>
          </a:prstGeom>
          <a:solidFill>
            <a:srgbClr val="2F3C7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914400" y="468172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fₓ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89888" y="4636008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Salary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914400" y="5303520"/>
            <a:ext cx="310896" cy="310896"/>
          </a:xfrm>
          <a:prstGeom prst="ellipse">
            <a:avLst/>
          </a:prstGeom>
          <a:solidFill>
            <a:srgbClr val="2F3C7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914400" y="530352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fₓ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89888" y="525780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Age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263640" y="1417320"/>
            <a:ext cx="5394960" cy="4709160"/>
          </a:xfrm>
          <a:prstGeom prst="roundRect">
            <a:avLst>
              <a:gd name="adj" fmla="val 1942"/>
            </a:avLst>
          </a:prstGeom>
          <a:solidFill>
            <a:srgbClr val="E8EA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6629400" y="1645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1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CALCULATED COLUMNS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629400" y="2194560"/>
            <a:ext cx="310896" cy="310896"/>
          </a:xfrm>
          <a:prstGeom prst="ellipse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629400" y="219456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104888" y="214884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Group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629400" y="2816352"/>
            <a:ext cx="310896" cy="310896"/>
          </a:xfrm>
          <a:prstGeom prst="ellipse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6629400" y="281635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104888" y="277063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Band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629400" y="3438144"/>
            <a:ext cx="310896" cy="310896"/>
          </a:xfrm>
          <a:prstGeom prst="ellipse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6629400" y="343814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104888" y="3392424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Tenure Group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Employee Analytics Dashboard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Page 1 – Overview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11480" y="1005840"/>
            <a:ext cx="8138160" cy="4658484"/>
          </a:xfrm>
          <a:prstGeom prst="roundRect">
            <a:avLst>
              <a:gd name="adj" fmla="val 1178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2"/>
          <p:cNvSpPr/>
          <p:nvPr/>
        </p:nvSpPr>
        <p:spPr>
          <a:xfrm>
            <a:off x="8732520" y="1005840"/>
            <a:ext cx="2971800" cy="5074920"/>
          </a:xfrm>
          <a:prstGeom prst="roundRect">
            <a:avLst>
              <a:gd name="adj" fmla="val 3077"/>
            </a:avLst>
          </a:prstGeom>
          <a:solidFill>
            <a:srgbClr val="2F3C7E"/>
          </a:solidFill>
          <a:ln/>
        </p:spPr>
        <p:txBody>
          <a:bodyPr/>
          <a:lstStyle/>
          <a:p>
            <a:endParaRPr lang="en-IN" b="1"/>
          </a:p>
        </p:txBody>
      </p:sp>
      <p:sp>
        <p:nvSpPr>
          <p:cNvPr id="6" name="Text 3"/>
          <p:cNvSpPr/>
          <p:nvPr/>
        </p:nvSpPr>
        <p:spPr>
          <a:xfrm>
            <a:off x="9006840" y="115046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NOTICE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9006840" y="1819656"/>
            <a:ext cx="82296" cy="82296"/>
          </a:xfrm>
          <a:prstGeom prst="ellipse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9189720" y="1439896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cards: Total Employees, Employees Left, Attrition Rate, Average Salary</a:t>
            </a:r>
            <a:endParaRPr lang="en-US" sz="1150" b="1" dirty="0"/>
          </a:p>
        </p:txBody>
      </p:sp>
      <p:sp>
        <p:nvSpPr>
          <p:cNvPr id="9" name="Shape 6"/>
          <p:cNvSpPr/>
          <p:nvPr/>
        </p:nvSpPr>
        <p:spPr>
          <a:xfrm>
            <a:off x="9006840" y="2715768"/>
            <a:ext cx="82296" cy="82296"/>
          </a:xfrm>
          <a:prstGeom prst="ellipse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9189720" y="233172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Salary by Department and by Job Role</a:t>
            </a:r>
            <a:endParaRPr lang="en-US" sz="1150" b="1" dirty="0"/>
          </a:p>
        </p:txBody>
      </p:sp>
      <p:sp>
        <p:nvSpPr>
          <p:cNvPr id="11" name="Shape 8"/>
          <p:cNvSpPr/>
          <p:nvPr/>
        </p:nvSpPr>
        <p:spPr>
          <a:xfrm>
            <a:off x="9006840" y="3611880"/>
            <a:ext cx="82296" cy="82296"/>
          </a:xfrm>
          <a:prstGeom prst="ellipse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9189720" y="324612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Left by Job Role and by Department</a:t>
            </a:r>
            <a:endParaRPr lang="en-US" sz="1150" b="1" dirty="0"/>
          </a:p>
        </p:txBody>
      </p:sp>
      <p:sp>
        <p:nvSpPr>
          <p:cNvPr id="13" name="Shape 10"/>
          <p:cNvSpPr/>
          <p:nvPr/>
        </p:nvSpPr>
        <p:spPr>
          <a:xfrm>
            <a:off x="9006840" y="4507992"/>
            <a:ext cx="82296" cy="82296"/>
          </a:xfrm>
          <a:prstGeom prst="ellipse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9242531" y="413766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distribution and Salary Band split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Employee Analytics Dashboard</a:t>
            </a:r>
            <a:endParaRPr lang="en-US" sz="10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740AC185-CB98-6439-FEA2-EDE4EFD59C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309" y="1150462"/>
            <a:ext cx="7880574" cy="438259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Page 2 – Employee Details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11480" y="1005840"/>
            <a:ext cx="8138160" cy="4603829"/>
          </a:xfrm>
          <a:prstGeom prst="roundRect">
            <a:avLst>
              <a:gd name="adj" fmla="val 1192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2"/>
          <p:cNvSpPr/>
          <p:nvPr/>
        </p:nvSpPr>
        <p:spPr>
          <a:xfrm>
            <a:off x="8732520" y="1005840"/>
            <a:ext cx="2971800" cy="5074920"/>
          </a:xfrm>
          <a:prstGeom prst="roundRect">
            <a:avLst>
              <a:gd name="adj" fmla="val 3077"/>
            </a:avLst>
          </a:prstGeom>
          <a:solidFill>
            <a:srgbClr val="2F3C7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9006840" y="11318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NOTICE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9006840" y="1819656"/>
            <a:ext cx="82296" cy="82296"/>
          </a:xfrm>
          <a:prstGeom prst="ellipse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9189720" y="1439904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Details table with drill-through to individual records</a:t>
            </a:r>
            <a:endParaRPr lang="en-US" sz="1150" b="1" dirty="0"/>
          </a:p>
        </p:txBody>
      </p:sp>
      <p:sp>
        <p:nvSpPr>
          <p:cNvPr id="9" name="Shape 6"/>
          <p:cNvSpPr/>
          <p:nvPr/>
        </p:nvSpPr>
        <p:spPr>
          <a:xfrm>
            <a:off x="9006840" y="2715768"/>
            <a:ext cx="82296" cy="82296"/>
          </a:xfrm>
          <a:prstGeom prst="ellipse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9189720" y="2336016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Salary by Job Role</a:t>
            </a:r>
            <a:endParaRPr lang="en-US" sz="1150" b="1" dirty="0"/>
          </a:p>
        </p:txBody>
      </p:sp>
      <p:sp>
        <p:nvSpPr>
          <p:cNvPr id="11" name="Shape 8"/>
          <p:cNvSpPr/>
          <p:nvPr/>
        </p:nvSpPr>
        <p:spPr>
          <a:xfrm>
            <a:off x="9006840" y="3611880"/>
            <a:ext cx="82296" cy="82296"/>
          </a:xfrm>
          <a:prstGeom prst="ellipse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9189720" y="3232128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Employees by Job Satisfaction</a:t>
            </a:r>
            <a:endParaRPr lang="en-US" sz="1150" b="1" dirty="0"/>
          </a:p>
        </p:txBody>
      </p:sp>
      <p:sp>
        <p:nvSpPr>
          <p:cNvPr id="13" name="Shape 10"/>
          <p:cNvSpPr/>
          <p:nvPr/>
        </p:nvSpPr>
        <p:spPr>
          <a:xfrm>
            <a:off x="9006840" y="4507992"/>
            <a:ext cx="82296" cy="82296"/>
          </a:xfrm>
          <a:prstGeom prst="ellipse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9189720" y="412824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Employees by Company Tenure Group</a:t>
            </a:r>
            <a:endParaRPr lang="en-US" sz="1150" b="1" dirty="0"/>
          </a:p>
        </p:txBody>
      </p:sp>
      <p:sp>
        <p:nvSpPr>
          <p:cNvPr id="15" name="Text 12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Employee Analytics Dashboard</a:t>
            </a:r>
            <a:endParaRPr lang="en-US" sz="10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9096A48A-20FF-8A2E-001D-1D77069841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131800"/>
            <a:ext cx="7820919" cy="439889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C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Page 3 – Department Performance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11480" y="1005840"/>
            <a:ext cx="8138160" cy="4654317"/>
          </a:xfrm>
          <a:prstGeom prst="roundRect">
            <a:avLst>
              <a:gd name="adj" fmla="val 1179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2"/>
          <p:cNvSpPr/>
          <p:nvPr/>
        </p:nvSpPr>
        <p:spPr>
          <a:xfrm>
            <a:off x="8732520" y="1005840"/>
            <a:ext cx="2971800" cy="5074920"/>
          </a:xfrm>
          <a:prstGeom prst="roundRect">
            <a:avLst>
              <a:gd name="adj" fmla="val 3077"/>
            </a:avLst>
          </a:prstGeom>
          <a:solidFill>
            <a:srgbClr val="2F3C7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9006840" y="1159793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NOTICE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9006840" y="1819656"/>
            <a:ext cx="82296" cy="82296"/>
          </a:xfrm>
          <a:prstGeom prst="ellipse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9189720" y="1439898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summary table (working years, tenure, income)</a:t>
            </a:r>
            <a:endParaRPr lang="en-US" sz="1150" b="1" dirty="0"/>
          </a:p>
        </p:txBody>
      </p:sp>
      <p:sp>
        <p:nvSpPr>
          <p:cNvPr id="9" name="Shape 6"/>
          <p:cNvSpPr/>
          <p:nvPr/>
        </p:nvSpPr>
        <p:spPr>
          <a:xfrm>
            <a:off x="9006840" y="2715768"/>
            <a:ext cx="82296" cy="82296"/>
          </a:xfrm>
          <a:prstGeom prst="ellipse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9189720" y="233601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Left by Job Role and Average Salary by Job Role</a:t>
            </a:r>
            <a:endParaRPr lang="en-US" sz="1150" b="1" dirty="0"/>
          </a:p>
        </p:txBody>
      </p:sp>
      <p:sp>
        <p:nvSpPr>
          <p:cNvPr id="11" name="Shape 8"/>
          <p:cNvSpPr/>
          <p:nvPr/>
        </p:nvSpPr>
        <p:spPr>
          <a:xfrm>
            <a:off x="9006840" y="3611880"/>
            <a:ext cx="82296" cy="82296"/>
          </a:xfrm>
          <a:prstGeom prst="ellipse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9189720" y="3232122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Satisfaction breakdown</a:t>
            </a:r>
            <a:endParaRPr lang="en-US" sz="1150" b="1" dirty="0"/>
          </a:p>
        </p:txBody>
      </p:sp>
      <p:sp>
        <p:nvSpPr>
          <p:cNvPr id="13" name="Shape 10"/>
          <p:cNvSpPr/>
          <p:nvPr/>
        </p:nvSpPr>
        <p:spPr>
          <a:xfrm>
            <a:off x="9006840" y="4507992"/>
            <a:ext cx="82296" cy="82296"/>
          </a:xfrm>
          <a:prstGeom prst="ellipse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9189720" y="4128234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Overtime analysis</a:t>
            </a:r>
            <a:endParaRPr lang="en-US" sz="1150" b="1" dirty="0"/>
          </a:p>
        </p:txBody>
      </p:sp>
      <p:sp>
        <p:nvSpPr>
          <p:cNvPr id="15" name="Text 12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Employee Analytics Dashboard</a:t>
            </a:r>
            <a:endParaRPr lang="en-US" sz="10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E46E7FF0-D170-CF58-8ADB-B1CB1F06C6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159792"/>
            <a:ext cx="7876903" cy="441058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C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66160" cy="1371600"/>
          </a:xfrm>
          <a:prstGeom prst="roundRect">
            <a:avLst>
              <a:gd name="adj" fmla="val 6667"/>
            </a:avLst>
          </a:prstGeom>
          <a:solidFill>
            <a:srgbClr val="99001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48640" y="1444752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CF6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1,470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212140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3D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Employees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343400" y="1371600"/>
            <a:ext cx="3566160" cy="1371600"/>
          </a:xfrm>
          <a:prstGeom prst="roundRect">
            <a:avLst>
              <a:gd name="adj" fmla="val 6667"/>
            </a:avLst>
          </a:prstGeom>
          <a:solidFill>
            <a:srgbClr val="99001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343400" y="1444752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CF6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237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343400" y="212140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3D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Left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138160" y="1371600"/>
            <a:ext cx="3566160" cy="1371600"/>
          </a:xfrm>
          <a:prstGeom prst="roundRect">
            <a:avLst>
              <a:gd name="adj" fmla="val 6667"/>
            </a:avLst>
          </a:prstGeom>
          <a:solidFill>
            <a:srgbClr val="99001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8138160" y="1444752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CF6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16.1%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8138160" y="212140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3D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Rate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063240"/>
            <a:ext cx="11109960" cy="3017520"/>
          </a:xfrm>
          <a:prstGeom prst="roundRect">
            <a:avLst>
              <a:gd name="adj" fmla="val 3030"/>
            </a:avLst>
          </a:prstGeom>
          <a:solidFill>
            <a:srgbClr val="E8EA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914400" y="32918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SHOWS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14400" y="3886200"/>
            <a:ext cx="292608" cy="292608"/>
          </a:xfrm>
          <a:prstGeom prst="ellipse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914400" y="38862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71600" y="3813048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&amp; Development has the highest attrition among departments.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914400" y="4599432"/>
            <a:ext cx="292608" cy="292608"/>
          </a:xfrm>
          <a:prstGeom prst="ellipse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914400" y="459943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71600" y="452628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Managers have the highest average salary of all job roles.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914400" y="5312664"/>
            <a:ext cx="292608" cy="292608"/>
          </a:xfrm>
          <a:prstGeom prst="ellipse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914400" y="531266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71600" y="5239512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working overtime show a higher likelihood of attrition.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Employee Analytics Dashboard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C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Recommendations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11109960" cy="777240"/>
          </a:xfrm>
          <a:prstGeom prst="roundRect">
            <a:avLst>
              <a:gd name="adj" fmla="val 9412"/>
            </a:avLst>
          </a:prstGeom>
          <a:solidFill>
            <a:srgbClr val="FBE9E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822960" y="1627632"/>
            <a:ext cx="548640" cy="548640"/>
          </a:xfrm>
          <a:prstGeom prst="ellipse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22960" y="16276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691640" y="150876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employee engagement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441448"/>
            <a:ext cx="11109960" cy="777240"/>
          </a:xfrm>
          <a:prstGeom prst="roundRect">
            <a:avLst>
              <a:gd name="adj" fmla="val 9412"/>
            </a:avLst>
          </a:prstGeom>
          <a:solidFill>
            <a:srgbClr val="E8EA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822960" y="2560320"/>
            <a:ext cx="548640" cy="548640"/>
          </a:xfrm>
          <a:prstGeom prst="ellipse">
            <a:avLst/>
          </a:prstGeom>
          <a:solidFill>
            <a:srgbClr val="2F3C7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822960" y="2560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691640" y="2441448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overtime policies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3374136"/>
            <a:ext cx="11109960" cy="777240"/>
          </a:xfrm>
          <a:prstGeom prst="roundRect">
            <a:avLst>
              <a:gd name="adj" fmla="val 9412"/>
            </a:avLst>
          </a:prstGeom>
          <a:solidFill>
            <a:srgbClr val="FBE9E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822960" y="3493008"/>
            <a:ext cx="548640" cy="548640"/>
          </a:xfrm>
          <a:prstGeom prst="ellipse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822960" y="349300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691640" y="3374136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career development opportunities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4306824"/>
            <a:ext cx="11109960" cy="777240"/>
          </a:xfrm>
          <a:prstGeom prst="roundRect">
            <a:avLst>
              <a:gd name="adj" fmla="val 9412"/>
            </a:avLst>
          </a:prstGeom>
          <a:solidFill>
            <a:srgbClr val="E8EA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822960" y="4425696"/>
            <a:ext cx="548640" cy="548640"/>
          </a:xfrm>
          <a:prstGeom prst="ellipse">
            <a:avLst/>
          </a:prstGeom>
          <a:solidFill>
            <a:srgbClr val="2F3C7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822960" y="442569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691640" y="4306824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 employee retention programs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48640" y="5239512"/>
            <a:ext cx="11109960" cy="777240"/>
          </a:xfrm>
          <a:prstGeom prst="roundRect">
            <a:avLst>
              <a:gd name="adj" fmla="val 9412"/>
            </a:avLst>
          </a:prstGeom>
          <a:solidFill>
            <a:srgbClr val="FBE9E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822960" y="5358384"/>
            <a:ext cx="548640" cy="548640"/>
          </a:xfrm>
          <a:prstGeom prst="ellipse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822960" y="535838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691640" y="5239512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regular employee satisfaction surveys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Employee Analytics Dashboard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F3C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5943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CF6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554480"/>
            <a:ext cx="91440" cy="91440"/>
          </a:xfrm>
          <a:prstGeom prst="ellipse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960120" y="1389888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7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 interactive HR Analytics Dashboard using Power BI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212848"/>
            <a:ext cx="91440" cy="91440"/>
          </a:xfrm>
          <a:prstGeom prst="ellipse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60120" y="2048256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7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Performed data cleaning using Power Query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871216"/>
            <a:ext cx="91440" cy="91440"/>
          </a:xfrm>
          <a:prstGeom prst="ellipse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60120" y="2706624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7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DAX measures and calculated columns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3529584"/>
            <a:ext cx="91440" cy="91440"/>
          </a:xfrm>
          <a:prstGeom prst="ellipse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960120" y="3364992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7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KPIs and drill-through pages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4187952"/>
            <a:ext cx="91440" cy="91440"/>
          </a:xfrm>
          <a:prstGeom prst="ellipse">
            <a:avLst/>
          </a:prstGeom>
          <a:solidFill>
            <a:srgbClr val="99001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960120" y="4023360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7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Enabled data-driven HR decision-making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040880" y="1463040"/>
            <a:ext cx="4572000" cy="4023360"/>
          </a:xfrm>
          <a:prstGeom prst="roundRect">
            <a:avLst>
              <a:gd name="adj" fmla="val 2727"/>
            </a:avLst>
          </a:prstGeom>
          <a:solidFill>
            <a:srgbClr val="FCF6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7040880" y="237744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7040880" y="31546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Answers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040880" y="448056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Rudrashis Chowdhury  •  MCA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Amity University, Noida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Employee Analytics Dashboard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476</Words>
  <Application>Microsoft Office PowerPoint</Application>
  <PresentationFormat>Widescreen</PresentationFormat>
  <Paragraphs>144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Rudrashis Chowdhury</cp:lastModifiedBy>
  <cp:revision>13</cp:revision>
  <dcterms:created xsi:type="dcterms:W3CDTF">2026-08-02T09:40:31Z</dcterms:created>
  <dcterms:modified xsi:type="dcterms:W3CDTF">2026-08-04T06:55:56Z</dcterms:modified>
</cp:coreProperties>
</file>
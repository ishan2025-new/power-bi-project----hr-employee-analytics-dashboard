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408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914400" y="187452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kern="0" spc="100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EMPLOYEE ANALYTICS DASHBOARD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BI Project on the IBM HR Employee Attrition Dataset</a:t>
            </a:r>
            <a:endParaRPr lang="en-US" sz="17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40B071-2E37-44FC-872B-A33C1BC36B59}"/>
              </a:ext>
            </a:extLst>
          </p:cNvPr>
          <p:cNvGrpSpPr/>
          <p:nvPr/>
        </p:nvGrpSpPr>
        <p:grpSpPr>
          <a:xfrm>
            <a:off x="3581400" y="4251960"/>
            <a:ext cx="5029200" cy="1047042"/>
            <a:chOff x="3584448" y="3794760"/>
            <a:chExt cx="5029200" cy="1047042"/>
          </a:xfrm>
        </p:grpSpPr>
        <p:sp>
          <p:nvSpPr>
            <p:cNvPr id="6" name="Shape 4"/>
            <p:cNvSpPr/>
            <p:nvPr/>
          </p:nvSpPr>
          <p:spPr>
            <a:xfrm>
              <a:off x="3584448" y="3794760"/>
              <a:ext cx="5029200" cy="1047042"/>
            </a:xfrm>
            <a:prstGeom prst="roundRect">
              <a:avLst>
                <a:gd name="adj" fmla="val 5581"/>
              </a:avLst>
            </a:prstGeom>
            <a:solidFill>
              <a:srgbClr val="FCF6F5"/>
            </a:solidFill>
            <a:ln/>
            <a:effectLst>
              <a:outerShdw blurRad="101600" dist="38100" dir="54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3858768" y="4005072"/>
              <a:ext cx="1463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PRESENETED BY</a:t>
              </a:r>
              <a:endParaRPr lang="en-US" sz="11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57800" y="4005072"/>
              <a:ext cx="32004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Rudrashis Chowdhury, Gourab Mondal and Tuhin Roy</a:t>
              </a:r>
              <a:endParaRPr lang="en-US" sz="13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858768" y="4399232"/>
              <a:ext cx="146304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DATE</a:t>
              </a:r>
              <a:endParaRPr lang="en-US" sz="1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257800" y="4399232"/>
              <a:ext cx="320040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2nd August 2026</a:t>
              </a:r>
              <a:endParaRPr lang="en-US" sz="130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C2C1459-7796-7EBB-45FD-81D3ADBFE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0" y="864489"/>
            <a:ext cx="3095625" cy="904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3444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6916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IBM HR attrition data to uncover workforce and attrition trends.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4203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employee attrition impacts cost, productivity, and morale.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7124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403250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Power Query, DAX, and Excel for end-to-end analysis.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88289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52029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dashboard that enables data-driven HR decisions.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1417320"/>
            <a:ext cx="4846320" cy="4709160"/>
          </a:xfrm>
          <a:prstGeom prst="roundRect">
            <a:avLst>
              <a:gd name="adj" fmla="val 1942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223760" y="1691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223760" y="228600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452360" y="2286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23760" y="324612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45236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23760" y="420624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452360" y="4206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223760" y="5166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452360" y="5166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(CSV Dataset)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Data Cleaning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24612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24612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Columns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IBM HR Employee Attrition dataset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371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309360" y="1828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66560" y="177393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the CSV dataset into Power Query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09360" y="2395728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309360" y="23957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66560" y="23408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EmployeeCount, Over18, StandardHours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2962656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309360" y="29626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29077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column data types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09360" y="352958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309360" y="35295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duplicate records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09360" y="409651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309360" y="40965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40416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missing values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Measures &amp; Calculated Columns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816352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914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89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438144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89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Stayed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89888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681728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6817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89888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530352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035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89888" y="5257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629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COLUMNS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2194560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629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04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29400" y="2816352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629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04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Band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629400" y="3438144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629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04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Tenure Group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1 – Overview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8484"/>
          </a:xfrm>
          <a:prstGeom prst="roundRect">
            <a:avLst>
              <a:gd name="adj" fmla="val 117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images/dash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7955280" cy="44756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 b="1"/>
          </a:p>
        </p:txBody>
      </p:sp>
      <p:sp>
        <p:nvSpPr>
          <p:cNvPr id="6" name="Text 3"/>
          <p:cNvSpPr/>
          <p:nvPr/>
        </p:nvSpPr>
        <p:spPr>
          <a:xfrm>
            <a:off x="9006840" y="115046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cards: Total Employees, Employees Left, Attrition Rate, Average Salary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1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Department and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46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by Department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242531" y="41376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distribution and Salary Band split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2 – Employee Details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03829"/>
          </a:xfrm>
          <a:prstGeom prst="roundRect">
            <a:avLst>
              <a:gd name="adj" fmla="val 11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images/das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" y="1097279"/>
            <a:ext cx="7955280" cy="442094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31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90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Details table with drill-through to individual records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Job Satisfaction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Company Tenure Group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3 – Department Performance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4317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images/dash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" y="1097279"/>
            <a:ext cx="7955280" cy="447143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59793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summary table (working years, tenure, income)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2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Satisfaction breakdown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3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analysis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34340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34340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13816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13816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11109960" cy="3017520"/>
          </a:xfrm>
          <a:prstGeom prst="roundRect">
            <a:avLst>
              <a:gd name="adj" fmla="val 3030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38862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38862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81304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Development has the highest attrition among departments.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459943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5994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5262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have the highest average salary of all job roles.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531266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126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523951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working overtime show a higher likelihood of attrition.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Recommendations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22960" y="1627632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9164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employee engagement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24414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overtime policies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74136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822960" y="3493008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3493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91640" y="337413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career development opportunities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44256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430682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employee retention programs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239512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2960" y="5358384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1640" y="523951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regular employee satisfaction surveys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60120" y="138988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interactive HR Analytics Dashboard using Power BI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12848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data cleaning using Power Query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871216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270662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DAX measures and calculated columns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529584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60120" y="336499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KPIs and drill-through pages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187952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data-driven HR decision-making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40880" y="1463040"/>
            <a:ext cx="4572000" cy="4023360"/>
          </a:xfrm>
          <a:prstGeom prst="roundRect">
            <a:avLst>
              <a:gd name="adj" fmla="val 2727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040880" y="3154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Rudrashis Chowdhury  •  MCA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Amity University, Noida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476</Words>
  <Application>Microsoft Office PowerPoint</Application>
  <PresentationFormat>Widescreen</PresentationFormat>
  <Paragraphs>144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Rudrashis Chowdhury</cp:lastModifiedBy>
  <cp:revision>12</cp:revision>
  <dcterms:created xsi:type="dcterms:W3CDTF">2026-08-02T09:40:31Z</dcterms:created>
  <dcterms:modified xsi:type="dcterms:W3CDTF">2026-08-04T05:36:06Z</dcterms:modified>
</cp:coreProperties>
</file>
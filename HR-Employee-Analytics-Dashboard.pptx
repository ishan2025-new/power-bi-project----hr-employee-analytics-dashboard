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  <p:bold r:id="rId17"/>
    </p:embeddedFont>
    <p:embeddedFont>
      <p:font typeface="Heebo Bold" charset="-79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93451DB5-93F8-BFD4-3542-B1B44940F751}"/>
              </a:ext>
            </a:extLst>
          </p:cNvPr>
          <p:cNvSpPr txBox="1"/>
          <p:nvPr/>
        </p:nvSpPr>
        <p:spPr>
          <a:xfrm>
            <a:off x="7848600" y="6365919"/>
            <a:ext cx="8534400" cy="4203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Presented By: Rudrashis Chowdhury, Gourab Mondal and Tuhin Roy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450669" y="6499322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642281" y="6686148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42281" y="7095161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450669" y="7873098"/>
            <a:ext cx="8078248" cy="1151287"/>
            <a:chOff x="293424" y="-511935"/>
            <a:chExt cx="10770997" cy="1535049"/>
          </a:xfrm>
        </p:grpSpPr>
        <p:sp>
          <p:nvSpPr>
            <p:cNvPr id="19" name="Freeform 19"/>
            <p:cNvSpPr/>
            <p:nvPr/>
          </p:nvSpPr>
          <p:spPr>
            <a:xfrm>
              <a:off x="293424" y="-511935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644529" y="8039100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4529" y="8496300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4187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(pie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Departments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employee and salary.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22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120309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10895378" y="3119374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361587" y="379287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61587" y="426579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13385125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15160195" y="313363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 dirty="0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3626403" y="379287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626403" y="426579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862</Words>
  <Application>Microsoft Office PowerPoint</Application>
  <PresentationFormat>Custom</PresentationFormat>
  <Paragraphs>166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Crimson Pro</vt:lpstr>
      <vt:lpstr>Heebo Bold</vt:lpstr>
      <vt:lpstr>Calibri</vt:lpstr>
      <vt:lpstr>Arial</vt:lpstr>
      <vt:lpstr>Heebo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18</cp:revision>
  <dcterms:created xsi:type="dcterms:W3CDTF">2006-08-16T00:00:00Z</dcterms:created>
  <dcterms:modified xsi:type="dcterms:W3CDTF">2026-08-17T09:20:53Z</dcterms:modified>
  <dc:identifier>DAHRTjSKlqQ</dc:identifier>
</cp:coreProperties>
</file>
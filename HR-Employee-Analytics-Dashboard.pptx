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rimson Pro" panose="020B0604020202020204" charset="0"/>
      <p:regular r:id="rId14"/>
    </p:embeddedFont>
    <p:embeddedFont>
      <p:font typeface="Heebo" pitchFamily="2" charset="-79"/>
      <p:regular r:id="rId15"/>
    </p:embeddedFont>
    <p:embeddedFont>
      <p:font typeface="Heebo Bold" panose="020B0604020202020204" charset="-79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e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e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eg"/><Relationship Id="rId7" Type="http://schemas.openxmlformats.org/officeDocument/2006/relationships/image" Target="../media/image17.svg"/><Relationship Id="rId12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.jpeg"/><Relationship Id="rId10" Type="http://schemas.openxmlformats.org/officeDocument/2006/relationships/image" Target="../media/image3.jpeg"/><Relationship Id="rId4" Type="http://schemas.openxmlformats.org/officeDocument/2006/relationships/image" Target="../media/image26.svg"/><Relationship Id="rId9" Type="http://schemas.openxmlformats.org/officeDocument/2006/relationships/image" Target="../media/image3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1410" y="6413249"/>
            <a:ext cx="350015" cy="440579"/>
            <a:chOff x="0" y="0"/>
            <a:chExt cx="466687" cy="5874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66852" cy="587502"/>
            </a:xfrm>
            <a:custGeom>
              <a:avLst/>
              <a:gdLst/>
              <a:ahLst/>
              <a:cxnLst/>
              <a:rect l="l" t="t" r="r" b="b"/>
              <a:pathLst>
                <a:path w="466852" h="587502">
                  <a:moveTo>
                    <a:pt x="0" y="46736"/>
                  </a:moveTo>
                  <a:cubicBezTo>
                    <a:pt x="0" y="20955"/>
                    <a:pt x="20955" y="0"/>
                    <a:pt x="46736" y="0"/>
                  </a:cubicBezTo>
                  <a:lnTo>
                    <a:pt x="420116" y="0"/>
                  </a:lnTo>
                  <a:cubicBezTo>
                    <a:pt x="445897" y="0"/>
                    <a:pt x="466852" y="20955"/>
                    <a:pt x="466852" y="46736"/>
                  </a:cubicBezTo>
                  <a:lnTo>
                    <a:pt x="466852" y="540766"/>
                  </a:lnTo>
                  <a:cubicBezTo>
                    <a:pt x="466852" y="566547"/>
                    <a:pt x="445897" y="587502"/>
                    <a:pt x="420116" y="587502"/>
                  </a:cubicBezTo>
                  <a:lnTo>
                    <a:pt x="46736" y="587502"/>
                  </a:lnTo>
                  <a:cubicBezTo>
                    <a:pt x="20955" y="587375"/>
                    <a:pt x="0" y="566547"/>
                    <a:pt x="0" y="54076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1461" r="-111426" b="10"/>
              </a:stretch>
            </a:blipFill>
            <a:ln w="9532" cap="sq">
              <a:solidFill>
                <a:srgbClr val="2150FE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82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IBM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IBM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46091" y="3596116"/>
            <a:ext cx="7402506" cy="4163892"/>
            <a:chOff x="0" y="0"/>
            <a:chExt cx="9870008" cy="55518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870059" cy="5551805"/>
            </a:xfrm>
            <a:custGeom>
              <a:avLst/>
              <a:gdLst/>
              <a:ahLst/>
              <a:cxnLst/>
              <a:rect l="l" t="t" r="r" b="b"/>
              <a:pathLst>
                <a:path w="9870059" h="5551805">
                  <a:moveTo>
                    <a:pt x="0" y="0"/>
                  </a:moveTo>
                  <a:lnTo>
                    <a:pt x="9870059" y="0"/>
                  </a:lnTo>
                  <a:lnTo>
                    <a:pt x="9870059" y="5551805"/>
                  </a:lnTo>
                  <a:lnTo>
                    <a:pt x="0" y="5551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51" b="-25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69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(bar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466231" y="3675202"/>
            <a:ext cx="6979510" cy="3926024"/>
            <a:chOff x="0" y="0"/>
            <a:chExt cx="9306014" cy="52346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306052" cy="5234686"/>
            </a:xfrm>
            <a:custGeom>
              <a:avLst/>
              <a:gdLst/>
              <a:ahLst/>
              <a:cxnLst/>
              <a:rect l="l" t="t" r="r" b="b"/>
              <a:pathLst>
                <a:path w="9306052" h="5234686">
                  <a:moveTo>
                    <a:pt x="0" y="0"/>
                  </a:moveTo>
                  <a:lnTo>
                    <a:pt x="9306052" y="0"/>
                  </a:lnTo>
                  <a:lnTo>
                    <a:pt x="9306052" y="5234686"/>
                  </a:lnTo>
                  <a:lnTo>
                    <a:pt x="0" y="5234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4" r="-2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 &amp; Future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991" y="5896270"/>
            <a:ext cx="3869331" cy="2453411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2768060" y="6044460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34269" y="670370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269" y="717662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5021837" y="5896270"/>
            <a:ext cx="3869484" cy="2453411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6796907" y="604446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63115" y="670370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63115" y="717662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sp>
        <p:nvSpPr>
          <p:cNvPr id="51" name="Freeform 51" descr="preencoded.png"/>
          <p:cNvSpPr/>
          <p:nvPr/>
        </p:nvSpPr>
        <p:spPr>
          <a:xfrm>
            <a:off x="10217934" y="7065035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26468" b="-2646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787</Words>
  <Application>Microsoft Office PowerPoint</Application>
  <PresentationFormat>Custom</PresentationFormat>
  <Paragraphs>154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Crimson Pro</vt:lpstr>
      <vt:lpstr>Heebo</vt:lpstr>
      <vt:lpstr>Heebo Bold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GOURAB MONDAL</cp:lastModifiedBy>
  <cp:revision>4</cp:revision>
  <dcterms:created xsi:type="dcterms:W3CDTF">2006-08-16T00:00:00Z</dcterms:created>
  <dcterms:modified xsi:type="dcterms:W3CDTF">2026-08-04T06:43:32Z</dcterms:modified>
  <dc:identifier>DAHRTjSKlqQ</dc:identifier>
</cp:coreProperties>
</file>
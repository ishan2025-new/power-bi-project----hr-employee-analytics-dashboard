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Crimson Pro" panose="020B0604020202020204" charset="0"/>
      <p:regular r:id="rId14"/>
    </p:embeddedFont>
    <p:embeddedFont>
      <p:font typeface="Heebo" pitchFamily="2" charset="-79"/>
      <p:regular r:id="rId15"/>
    </p:embeddedFont>
    <p:embeddedFont>
      <p:font typeface="Heebo Bold" panose="020B0604020202020204" charset="-79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9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2.jpeg"/><Relationship Id="rId9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1410" y="6413249"/>
            <a:ext cx="350015" cy="440579"/>
            <a:chOff x="0" y="0"/>
            <a:chExt cx="466687" cy="58743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66852" cy="587502"/>
            </a:xfrm>
            <a:custGeom>
              <a:avLst/>
              <a:gdLst/>
              <a:ahLst/>
              <a:cxnLst/>
              <a:rect l="l" t="t" r="r" b="b"/>
              <a:pathLst>
                <a:path w="466852" h="587502">
                  <a:moveTo>
                    <a:pt x="0" y="46736"/>
                  </a:moveTo>
                  <a:cubicBezTo>
                    <a:pt x="0" y="20955"/>
                    <a:pt x="20955" y="0"/>
                    <a:pt x="46736" y="0"/>
                  </a:cubicBezTo>
                  <a:lnTo>
                    <a:pt x="420116" y="0"/>
                  </a:lnTo>
                  <a:cubicBezTo>
                    <a:pt x="445897" y="0"/>
                    <a:pt x="466852" y="20955"/>
                    <a:pt x="466852" y="46736"/>
                  </a:cubicBezTo>
                  <a:lnTo>
                    <a:pt x="466852" y="540766"/>
                  </a:lnTo>
                  <a:cubicBezTo>
                    <a:pt x="466852" y="566547"/>
                    <a:pt x="445897" y="587502"/>
                    <a:pt x="420116" y="587502"/>
                  </a:cubicBezTo>
                  <a:lnTo>
                    <a:pt x="46736" y="587502"/>
                  </a:lnTo>
                  <a:cubicBezTo>
                    <a:pt x="20955" y="587375"/>
                    <a:pt x="0" y="566547"/>
                    <a:pt x="0" y="540766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1461" r="-111426" b="10"/>
              </a:stretch>
            </a:blipFill>
            <a:ln w="9532" cap="sq">
              <a:solidFill>
                <a:srgbClr val="2150FE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820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IBM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Three-page interactive dashboard walkthrough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IBM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92991" y="8255098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05674" y="8448742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5674" y="8857755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230601" y="8255098"/>
            <a:ext cx="8078248" cy="1151344"/>
            <a:chOff x="0" y="0"/>
            <a:chExt cx="10770997" cy="15351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443295" y="8448742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43295" y="8857755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46091" y="3596116"/>
            <a:ext cx="7402506" cy="4163892"/>
            <a:chOff x="0" y="0"/>
            <a:chExt cx="9870008" cy="55518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870059" cy="5551805"/>
            </a:xfrm>
            <a:custGeom>
              <a:avLst/>
              <a:gdLst/>
              <a:ahLst/>
              <a:cxnLst/>
              <a:rect l="l" t="t" r="r" b="b"/>
              <a:pathLst>
                <a:path w="9870059" h="5551805">
                  <a:moveTo>
                    <a:pt x="0" y="0"/>
                  </a:moveTo>
                  <a:lnTo>
                    <a:pt x="9870059" y="0"/>
                  </a:lnTo>
                  <a:lnTo>
                    <a:pt x="9870059" y="5551805"/>
                  </a:lnTo>
                  <a:lnTo>
                    <a:pt x="0" y="55518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51" b="-25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99697" y="2303126"/>
            <a:ext cx="1361465" cy="366255"/>
            <a:chOff x="0" y="0"/>
            <a:chExt cx="1815287" cy="4883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815338" cy="488315"/>
            </a:xfrm>
            <a:custGeom>
              <a:avLst/>
              <a:gdLst/>
              <a:ahLst/>
              <a:cxnLst/>
              <a:rect l="l" t="t" r="r" b="b"/>
              <a:pathLst>
                <a:path w="1815338" h="488315">
                  <a:moveTo>
                    <a:pt x="0" y="38608"/>
                  </a:moveTo>
                  <a:cubicBezTo>
                    <a:pt x="0" y="17272"/>
                    <a:pt x="17272" y="0"/>
                    <a:pt x="38608" y="0"/>
                  </a:cubicBezTo>
                  <a:lnTo>
                    <a:pt x="1776730" y="0"/>
                  </a:lnTo>
                  <a:cubicBezTo>
                    <a:pt x="1798066" y="0"/>
                    <a:pt x="1815338" y="17272"/>
                    <a:pt x="1815338" y="38608"/>
                  </a:cubicBezTo>
                  <a:lnTo>
                    <a:pt x="1815338" y="449707"/>
                  </a:lnTo>
                  <a:cubicBezTo>
                    <a:pt x="1815338" y="471043"/>
                    <a:pt x="1798066" y="488315"/>
                    <a:pt x="1776730" y="488315"/>
                  </a:cubicBezTo>
                  <a:lnTo>
                    <a:pt x="38608" y="488315"/>
                  </a:lnTo>
                  <a:cubicBezTo>
                    <a:pt x="17272" y="488315"/>
                    <a:pt x="0" y="471043"/>
                    <a:pt x="0" y="449707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299697" y="7850114"/>
            <a:ext cx="7018534" cy="1202874"/>
            <a:chOff x="0" y="0"/>
            <a:chExt cx="9358046" cy="160383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58122" cy="1603883"/>
            </a:xfrm>
            <a:custGeom>
              <a:avLst/>
              <a:gdLst/>
              <a:ahLst/>
              <a:cxnLst/>
              <a:rect l="l" t="t" r="r" b="b"/>
              <a:pathLst>
                <a:path w="9358122" h="1603883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9309862" y="0"/>
                  </a:lnTo>
                  <a:cubicBezTo>
                    <a:pt x="9336532" y="0"/>
                    <a:pt x="9358122" y="21590"/>
                    <a:pt x="9358122" y="48260"/>
                  </a:cubicBezTo>
                  <a:lnTo>
                    <a:pt x="9358122" y="1555623"/>
                  </a:lnTo>
                  <a:cubicBezTo>
                    <a:pt x="9358122" y="1582293"/>
                    <a:pt x="9336532" y="1603883"/>
                    <a:pt x="9309862" y="1603883"/>
                  </a:cubicBezTo>
                  <a:lnTo>
                    <a:pt x="48260" y="1603883"/>
                  </a:lnTo>
                  <a:cubicBezTo>
                    <a:pt x="21590" y="1603883"/>
                    <a:pt x="0" y="1582293"/>
                    <a:pt x="0" y="1555623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540832" y="8188223"/>
            <a:ext cx="301457" cy="241144"/>
            <a:chOff x="0" y="0"/>
            <a:chExt cx="401942" cy="32152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401955" cy="321564"/>
            </a:xfrm>
            <a:custGeom>
              <a:avLst/>
              <a:gdLst/>
              <a:ahLst/>
              <a:cxnLst/>
              <a:rect l="l" t="t" r="r" b="b"/>
              <a:pathLst>
                <a:path w="401955" h="321564">
                  <a:moveTo>
                    <a:pt x="0" y="0"/>
                  </a:moveTo>
                  <a:lnTo>
                    <a:pt x="401955" y="0"/>
                  </a:lnTo>
                  <a:lnTo>
                    <a:pt x="401955" y="321564"/>
                  </a:lnTo>
                  <a:lnTo>
                    <a:pt x="0" y="3215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85" r="3" b="-77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44324" y="2375364"/>
            <a:ext cx="1987315" cy="22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9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1 OF 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69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(bar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band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4140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083423" y="8037538"/>
            <a:ext cx="5993673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000000"/>
                </a:solidFill>
                <a:latin typeface="Heebo"/>
                <a:ea typeface="Heebo"/>
                <a:cs typeface="Heebo"/>
                <a:sym typeface="Heebo"/>
              </a:rPr>
              <a:t>Insert your Power BI screenshot in the image slot on the left.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466231" y="3675202"/>
            <a:ext cx="6979510" cy="3926024"/>
            <a:chOff x="0" y="0"/>
            <a:chExt cx="9306014" cy="523469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306052" cy="5234686"/>
            </a:xfrm>
            <a:custGeom>
              <a:avLst/>
              <a:gdLst/>
              <a:ahLst/>
              <a:cxnLst/>
              <a:rect l="l" t="t" r="r" b="b"/>
              <a:pathLst>
                <a:path w="9306052" h="5234686">
                  <a:moveTo>
                    <a:pt x="0" y="0"/>
                  </a:moveTo>
                  <a:lnTo>
                    <a:pt x="9306052" y="0"/>
                  </a:lnTo>
                  <a:lnTo>
                    <a:pt x="9306052" y="5234686"/>
                  </a:lnTo>
                  <a:lnTo>
                    <a:pt x="0" y="5234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4" r="-20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 &amp; Future Scope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92991" y="5896270"/>
            <a:ext cx="3869331" cy="2453411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2768060" y="6044460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34269" y="670370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34269" y="717662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5021837" y="5896270"/>
            <a:ext cx="3869484" cy="2453411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6796907" y="604446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5263115" y="670370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63115" y="717662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420054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Future Scope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739236" y="3198285"/>
            <a:ext cx="7578995" cy="212693"/>
            <a:chOff x="0" y="0"/>
            <a:chExt cx="10105326" cy="28359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105263" cy="283591"/>
            </a:xfrm>
            <a:custGeom>
              <a:avLst/>
              <a:gdLst/>
              <a:ahLst/>
              <a:cxnLst/>
              <a:rect l="l" t="t" r="r" b="b"/>
              <a:pathLst>
                <a:path w="10105263" h="283591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062718" y="0"/>
                  </a:lnTo>
                  <a:cubicBezTo>
                    <a:pt x="10086213" y="0"/>
                    <a:pt x="10105263" y="19050"/>
                    <a:pt x="10105263" y="42545"/>
                  </a:cubicBezTo>
                  <a:lnTo>
                    <a:pt x="10105263" y="241046"/>
                  </a:lnTo>
                  <a:cubicBezTo>
                    <a:pt x="10105263" y="264541"/>
                    <a:pt x="10086213" y="283591"/>
                    <a:pt x="10062718" y="283591"/>
                  </a:cubicBezTo>
                  <a:lnTo>
                    <a:pt x="42545" y="283591"/>
                  </a:lnTo>
                  <a:cubicBezTo>
                    <a:pt x="19050" y="283591"/>
                    <a:pt x="0" y="264541"/>
                    <a:pt x="0" y="241046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20054" y="2985440"/>
            <a:ext cx="638356" cy="638375"/>
            <a:chOff x="0" y="0"/>
            <a:chExt cx="851141" cy="851167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51154" cy="851154"/>
            </a:xfrm>
            <a:custGeom>
              <a:avLst/>
              <a:gdLst/>
              <a:ahLst/>
              <a:cxnLst/>
              <a:rect l="l" t="t" r="r" b="b"/>
              <a:pathLst>
                <a:path w="851154" h="851154">
                  <a:moveTo>
                    <a:pt x="0" y="425577"/>
                  </a:moveTo>
                  <a:cubicBezTo>
                    <a:pt x="0" y="190500"/>
                    <a:pt x="190500" y="0"/>
                    <a:pt x="425577" y="0"/>
                  </a:cubicBezTo>
                  <a:cubicBezTo>
                    <a:pt x="660654" y="0"/>
                    <a:pt x="851154" y="190500"/>
                    <a:pt x="851154" y="425577"/>
                  </a:cubicBezTo>
                  <a:cubicBezTo>
                    <a:pt x="851154" y="660654"/>
                    <a:pt x="660654" y="851154"/>
                    <a:pt x="425577" y="851154"/>
                  </a:cubicBezTo>
                  <a:cubicBezTo>
                    <a:pt x="190500" y="851154"/>
                    <a:pt x="0" y="660654"/>
                    <a:pt x="0" y="42557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7" name="Freeform 37" descr="preencoded.png"/>
          <p:cNvSpPr/>
          <p:nvPr/>
        </p:nvSpPr>
        <p:spPr>
          <a:xfrm>
            <a:off x="9579569" y="3145107"/>
            <a:ext cx="319183" cy="319192"/>
          </a:xfrm>
          <a:custGeom>
            <a:avLst/>
            <a:gdLst/>
            <a:ahLst/>
            <a:cxnLst/>
            <a:rect l="l" t="t" r="r" b="b"/>
            <a:pathLst>
              <a:path w="319183" h="319192">
                <a:moveTo>
                  <a:pt x="0" y="0"/>
                </a:moveTo>
                <a:lnTo>
                  <a:pt x="319182" y="0"/>
                </a:lnTo>
                <a:lnTo>
                  <a:pt x="319182" y="319193"/>
                </a:lnTo>
                <a:lnTo>
                  <a:pt x="0" y="319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" r="-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8" name="TextBox 38"/>
          <p:cNvSpPr txBox="1"/>
          <p:nvPr/>
        </p:nvSpPr>
        <p:spPr>
          <a:xfrm>
            <a:off x="9632747" y="3764290"/>
            <a:ext cx="7472953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Predictive Attrition Model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632747" y="4237206"/>
            <a:ext cx="7472953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Integrate Python ML models into Power BI for employee flight-risk scoring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0058419" y="5158245"/>
            <a:ext cx="7259822" cy="212693"/>
            <a:chOff x="0" y="0"/>
            <a:chExt cx="9679762" cy="283591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9679686" cy="283591"/>
            </a:xfrm>
            <a:custGeom>
              <a:avLst/>
              <a:gdLst/>
              <a:ahLst/>
              <a:cxnLst/>
              <a:rect l="l" t="t" r="r" b="b"/>
              <a:pathLst>
                <a:path w="9679686" h="283591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9637141" y="0"/>
                  </a:lnTo>
                  <a:cubicBezTo>
                    <a:pt x="9660636" y="0"/>
                    <a:pt x="9679686" y="19050"/>
                    <a:pt x="9679686" y="42545"/>
                  </a:cubicBezTo>
                  <a:lnTo>
                    <a:pt x="9679686" y="241046"/>
                  </a:lnTo>
                  <a:cubicBezTo>
                    <a:pt x="9679686" y="264541"/>
                    <a:pt x="9660636" y="283591"/>
                    <a:pt x="9637141" y="283591"/>
                  </a:cubicBezTo>
                  <a:lnTo>
                    <a:pt x="42545" y="283591"/>
                  </a:lnTo>
                  <a:cubicBezTo>
                    <a:pt x="19050" y="283591"/>
                    <a:pt x="0" y="264541"/>
                    <a:pt x="0" y="241046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739236" y="4945399"/>
            <a:ext cx="638356" cy="638375"/>
            <a:chOff x="0" y="0"/>
            <a:chExt cx="851141" cy="851167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851154" cy="851154"/>
            </a:xfrm>
            <a:custGeom>
              <a:avLst/>
              <a:gdLst/>
              <a:ahLst/>
              <a:cxnLst/>
              <a:rect l="l" t="t" r="r" b="b"/>
              <a:pathLst>
                <a:path w="851154" h="851154">
                  <a:moveTo>
                    <a:pt x="0" y="425577"/>
                  </a:moveTo>
                  <a:cubicBezTo>
                    <a:pt x="0" y="190500"/>
                    <a:pt x="190500" y="0"/>
                    <a:pt x="425577" y="0"/>
                  </a:cubicBezTo>
                  <a:cubicBezTo>
                    <a:pt x="660654" y="0"/>
                    <a:pt x="851154" y="190500"/>
                    <a:pt x="851154" y="425577"/>
                  </a:cubicBezTo>
                  <a:cubicBezTo>
                    <a:pt x="851154" y="660654"/>
                    <a:pt x="660654" y="851154"/>
                    <a:pt x="425577" y="851154"/>
                  </a:cubicBezTo>
                  <a:cubicBezTo>
                    <a:pt x="190500" y="851154"/>
                    <a:pt x="0" y="660654"/>
                    <a:pt x="0" y="42557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4" name="Freeform 44" descr="preencoded.png"/>
          <p:cNvSpPr/>
          <p:nvPr/>
        </p:nvSpPr>
        <p:spPr>
          <a:xfrm>
            <a:off x="9898751" y="5105076"/>
            <a:ext cx="319183" cy="319192"/>
          </a:xfrm>
          <a:custGeom>
            <a:avLst/>
            <a:gdLst/>
            <a:ahLst/>
            <a:cxnLst/>
            <a:rect l="l" t="t" r="r" b="b"/>
            <a:pathLst>
              <a:path w="319183" h="319192">
                <a:moveTo>
                  <a:pt x="0" y="0"/>
                </a:moveTo>
                <a:lnTo>
                  <a:pt x="319183" y="0"/>
                </a:lnTo>
                <a:lnTo>
                  <a:pt x="319183" y="319192"/>
                </a:lnTo>
                <a:lnTo>
                  <a:pt x="0" y="31919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3530" r="-2353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5" name="TextBox 45"/>
          <p:cNvSpPr txBox="1"/>
          <p:nvPr/>
        </p:nvSpPr>
        <p:spPr>
          <a:xfrm>
            <a:off x="9951920" y="5724249"/>
            <a:ext cx="715377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Live HRIS Integration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951920" y="6197165"/>
            <a:ext cx="7153770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Connect to live HRIS (SAP/Workday) for real-time workforce monitoring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10377592" y="7118204"/>
            <a:ext cx="6940639" cy="212693"/>
            <a:chOff x="0" y="0"/>
            <a:chExt cx="9254185" cy="283591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9254109" cy="283591"/>
            </a:xfrm>
            <a:custGeom>
              <a:avLst/>
              <a:gdLst/>
              <a:ahLst/>
              <a:cxnLst/>
              <a:rect l="l" t="t" r="r" b="b"/>
              <a:pathLst>
                <a:path w="9254109" h="283591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9211564" y="0"/>
                  </a:lnTo>
                  <a:cubicBezTo>
                    <a:pt x="9235059" y="0"/>
                    <a:pt x="9254109" y="19050"/>
                    <a:pt x="9254109" y="42545"/>
                  </a:cubicBezTo>
                  <a:lnTo>
                    <a:pt x="9254109" y="241046"/>
                  </a:lnTo>
                  <a:cubicBezTo>
                    <a:pt x="9254109" y="264541"/>
                    <a:pt x="9235059" y="283591"/>
                    <a:pt x="9211564" y="283591"/>
                  </a:cubicBezTo>
                  <a:lnTo>
                    <a:pt x="42545" y="283591"/>
                  </a:lnTo>
                  <a:cubicBezTo>
                    <a:pt x="19050" y="283591"/>
                    <a:pt x="0" y="264541"/>
                    <a:pt x="0" y="241046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058419" y="6905368"/>
            <a:ext cx="638356" cy="638375"/>
            <a:chOff x="0" y="0"/>
            <a:chExt cx="851141" cy="851167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51154" cy="851154"/>
            </a:xfrm>
            <a:custGeom>
              <a:avLst/>
              <a:gdLst/>
              <a:ahLst/>
              <a:cxnLst/>
              <a:rect l="l" t="t" r="r" b="b"/>
              <a:pathLst>
                <a:path w="851154" h="851154">
                  <a:moveTo>
                    <a:pt x="0" y="425577"/>
                  </a:moveTo>
                  <a:cubicBezTo>
                    <a:pt x="0" y="190500"/>
                    <a:pt x="190500" y="0"/>
                    <a:pt x="425577" y="0"/>
                  </a:cubicBezTo>
                  <a:cubicBezTo>
                    <a:pt x="660654" y="0"/>
                    <a:pt x="851154" y="190500"/>
                    <a:pt x="851154" y="425577"/>
                  </a:cubicBezTo>
                  <a:cubicBezTo>
                    <a:pt x="851154" y="660654"/>
                    <a:pt x="660654" y="851154"/>
                    <a:pt x="425577" y="851154"/>
                  </a:cubicBezTo>
                  <a:cubicBezTo>
                    <a:pt x="190500" y="851154"/>
                    <a:pt x="0" y="660654"/>
                    <a:pt x="0" y="42557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51" name="Freeform 51" descr="preencoded.png"/>
          <p:cNvSpPr/>
          <p:nvPr/>
        </p:nvSpPr>
        <p:spPr>
          <a:xfrm>
            <a:off x="10217934" y="7065035"/>
            <a:ext cx="319183" cy="319192"/>
          </a:xfrm>
          <a:custGeom>
            <a:avLst/>
            <a:gdLst/>
            <a:ahLst/>
            <a:cxnLst/>
            <a:rect l="l" t="t" r="r" b="b"/>
            <a:pathLst>
              <a:path w="319183" h="319192">
                <a:moveTo>
                  <a:pt x="0" y="0"/>
                </a:moveTo>
                <a:lnTo>
                  <a:pt x="319183" y="0"/>
                </a:lnTo>
                <a:lnTo>
                  <a:pt x="319183" y="319193"/>
                </a:lnTo>
                <a:lnTo>
                  <a:pt x="0" y="319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26468" b="-2646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2" name="TextBox 52"/>
          <p:cNvSpPr txBox="1"/>
          <p:nvPr/>
        </p:nvSpPr>
        <p:spPr>
          <a:xfrm>
            <a:off x="10271103" y="7684208"/>
            <a:ext cx="6834597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Mobile Dashboard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271103" y="8157124"/>
            <a:ext cx="6834597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Publish Power BI Mobile reports for executive on-the-go HR insights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780</Words>
  <Application>Microsoft Office PowerPoint</Application>
  <PresentationFormat>Custom</PresentationFormat>
  <Paragraphs>159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Calibri</vt:lpstr>
      <vt:lpstr>Heebo</vt:lpstr>
      <vt:lpstr>Arial</vt:lpstr>
      <vt:lpstr>Crimson Pro</vt:lpstr>
      <vt:lpstr>Heebo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Rudrashis Chowdhury</cp:lastModifiedBy>
  <cp:revision>3</cp:revision>
  <dcterms:created xsi:type="dcterms:W3CDTF">2006-08-16T00:00:00Z</dcterms:created>
  <dcterms:modified xsi:type="dcterms:W3CDTF">2026-08-04T06:18:50Z</dcterms:modified>
  <dc:identifier>DAHRTjSKlqQ</dc:identifier>
</cp:coreProperties>
</file>
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8288000" cy="10287000"/>
  <p:notesSz cx="6858000" cy="9144000"/>
  <p:embeddedFontLst>
    <p:embeddedFont>
      <p:font typeface="Crimson Pro" panose="020B0604020202020204" charset="0"/>
      <p:regular r:id="rId15"/>
    </p:embeddedFont>
    <p:embeddedFont>
      <p:font typeface="Heebo" pitchFamily="2" charset="-79"/>
      <p:regular r:id="rId16"/>
      <p:bold r:id="rId17"/>
    </p:embeddedFont>
    <p:embeddedFont>
      <p:font typeface="Heebo Bold" charset="-79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ABA7-CCC7-737F-858D-76CCB4D9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C22368-136D-5862-4C63-49B72EB27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989DD-7D0D-031F-3E8E-A742A3AE203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29F3A0-123C-D503-F0B5-DD1FBCC0E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F58F1EF-876D-0B0F-C342-D6BBD6238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23740-2EC5-6754-E152-74A4B1F6B98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24948-0E06-A598-D4F4-6D2983AE5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784872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20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713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dirty="0" err="1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Nexora</a:t>
            </a:r>
            <a:r>
              <a:rPr lang="en-US" sz="5554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 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93451DB5-93F8-BFD4-3542-B1B44940F751}"/>
              </a:ext>
            </a:extLst>
          </p:cNvPr>
          <p:cNvSpPr txBox="1"/>
          <p:nvPr/>
        </p:nvSpPr>
        <p:spPr>
          <a:xfrm>
            <a:off x="7848600" y="6365919"/>
            <a:ext cx="8534400" cy="4203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Presented By: Rudrashis Chowdhury, Gourab Mondal and Tuhin Roy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450669" y="6499322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642281" y="6686148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42281" y="7095161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450669" y="7873098"/>
            <a:ext cx="8078248" cy="1151287"/>
            <a:chOff x="293424" y="-511935"/>
            <a:chExt cx="10770997" cy="1535049"/>
          </a:xfrm>
        </p:grpSpPr>
        <p:sp>
          <p:nvSpPr>
            <p:cNvPr id="19" name="Freeform 19"/>
            <p:cNvSpPr/>
            <p:nvPr/>
          </p:nvSpPr>
          <p:spPr>
            <a:xfrm>
              <a:off x="293424" y="-511935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644529" y="8039100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44529" y="8496300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418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(pie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Departments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406AC8-C2D0-3C03-22F5-3ADE6A09B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79" y="3112485"/>
            <a:ext cx="8756941" cy="4926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4F7923-B8BF-C031-D00E-CF87C88BC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21121"/>
            <a:ext cx="8852340" cy="49464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24717-E84E-EA39-9CD9-087D06E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F7FA04-D3D3-29B1-4145-DAFD038C2A27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43C58E-5A8C-8F0D-3D56-2E00F2800D9B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F5D0245-FE42-8DB5-08B4-A9A2AB321190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C55446B-4A00-FB57-7049-343604F7E0E8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480C064-8814-10F0-BF7A-26D1D4F40FFA}"/>
              </a:ext>
            </a:extLst>
          </p:cNvPr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220B74-913C-EE5A-D4AA-61443109F6E3}"/>
                </a:ext>
              </a:extLst>
            </p:cNvPr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819304-83E1-6E43-E3B0-F08A1ACC2DD9}"/>
              </a:ext>
            </a:extLst>
          </p:cNvPr>
          <p:cNvSpPr txBox="1"/>
          <p:nvPr/>
        </p:nvSpPr>
        <p:spPr>
          <a:xfrm>
            <a:off x="992991" y="1574225"/>
            <a:ext cx="6401753" cy="66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Performance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3843F1-01D8-2B1E-18F3-5241DFB07181}"/>
              </a:ext>
            </a:extLst>
          </p:cNvPr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3 OF 3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6B49D95-F557-1678-FDF1-E2673428B504}"/>
              </a:ext>
            </a:extLst>
          </p:cNvPr>
          <p:cNvSpPr txBox="1"/>
          <p:nvPr/>
        </p:nvSpPr>
        <p:spPr>
          <a:xfrm>
            <a:off x="992991" y="3186836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Summary Table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A5299E4-8AC1-5125-B214-61F0FDE39E86}"/>
              </a:ext>
            </a:extLst>
          </p:cNvPr>
          <p:cNvSpPr txBox="1"/>
          <p:nvPr/>
        </p:nvSpPr>
        <p:spPr>
          <a:xfrm>
            <a:off x="992991" y="3723037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Working years, tenure, income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44F8FA9-F525-7945-18CB-AEFCF9FEA379}"/>
              </a:ext>
            </a:extLst>
          </p:cNvPr>
          <p:cNvSpPr txBox="1"/>
          <p:nvPr/>
        </p:nvSpPr>
        <p:spPr>
          <a:xfrm>
            <a:off x="992991" y="4204213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Job Role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802907-83C9-18C1-1C88-329D190FA9FA}"/>
              </a:ext>
            </a:extLst>
          </p:cNvPr>
          <p:cNvSpPr txBox="1"/>
          <p:nvPr/>
        </p:nvSpPr>
        <p:spPr>
          <a:xfrm>
            <a:off x="992991" y="4740413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Left by Job Role and Average Salary by Job Role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193DD98-89FC-C7B4-9B2E-EB8E5B204523}"/>
              </a:ext>
            </a:extLst>
          </p:cNvPr>
          <p:cNvSpPr txBox="1"/>
          <p:nvPr/>
        </p:nvSpPr>
        <p:spPr>
          <a:xfrm>
            <a:off x="992991" y="5219700"/>
            <a:ext cx="7037451" cy="392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Job Satisfaction breakdown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E4BF538-A678-A818-0603-08FE28241599}"/>
              </a:ext>
            </a:extLst>
          </p:cNvPr>
          <p:cNvSpPr txBox="1"/>
          <p:nvPr/>
        </p:nvSpPr>
        <p:spPr>
          <a:xfrm>
            <a:off x="992991" y="5789960"/>
            <a:ext cx="7037451" cy="948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sum of years at company, sum of monthly income, and sum of total working years – and visualizing of all employee and salary.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0D2B8E2-1FD8-EBB7-92AD-7043C96537EB}"/>
              </a:ext>
            </a:extLst>
          </p:cNvPr>
          <p:cNvSpPr txBox="1"/>
          <p:nvPr/>
        </p:nvSpPr>
        <p:spPr>
          <a:xfrm>
            <a:off x="992991" y="6946879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ED16B60-5900-683F-F443-F7D55E5B0816}"/>
              </a:ext>
            </a:extLst>
          </p:cNvPr>
          <p:cNvSpPr txBox="1"/>
          <p:nvPr/>
        </p:nvSpPr>
        <p:spPr>
          <a:xfrm>
            <a:off x="992991" y="7483080"/>
            <a:ext cx="7037451" cy="627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department row to navigate to a </a:t>
            </a:r>
            <a:r>
              <a:rPr lang="en-US" sz="172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</a:t>
            </a:r>
            <a:r>
              <a:rPr lang="en-US" sz="172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JobRole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631F2F-DBB1-AC78-3F72-FDAEA1257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AEF649-82F8-2E1F-4F5D-1E6B8CFA5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24" y="2592104"/>
            <a:ext cx="9112630" cy="50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22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2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120309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10895378" y="3119374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361587" y="379287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61587" y="426579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13385125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15160195" y="313363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3626403" y="379287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26403" y="426579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878</Words>
  <Application>Microsoft Office PowerPoint</Application>
  <PresentationFormat>Custom</PresentationFormat>
  <Paragraphs>168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Crimson Pro</vt:lpstr>
      <vt:lpstr>Heebo Bold</vt:lpstr>
      <vt:lpstr>Calibri</vt:lpstr>
      <vt:lpstr>Heebo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17</cp:revision>
  <dcterms:created xsi:type="dcterms:W3CDTF">2006-08-16T00:00:00Z</dcterms:created>
  <dcterms:modified xsi:type="dcterms:W3CDTF">2026-08-17T09:07:15Z</dcterms:modified>
  <dc:identifier>DAHRTjSKlqQ</dc:identifier>
</cp:coreProperties>
</file>
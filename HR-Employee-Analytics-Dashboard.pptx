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Crimson Pro" panose="020B0604020202020204" charset="0"/>
      <p:regular r:id="rId14"/>
    </p:embeddedFont>
    <p:embeddedFont>
      <p:font typeface="Heebo" pitchFamily="2" charset="-79"/>
      <p:regular r:id="rId15"/>
    </p:embeddedFont>
    <p:embeddedFont>
      <p:font typeface="Heebo Bold" panose="020B0604020202020204" charset="-79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12.08.2026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7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82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92991" y="8255098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5674" y="8448742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5674" y="8857755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0601" y="8255098"/>
            <a:ext cx="8078248" cy="1151344"/>
            <a:chOff x="0" y="0"/>
            <a:chExt cx="10770997" cy="15351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43295" y="8448742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43295" y="8857755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46091" y="3596116"/>
            <a:ext cx="7402506" cy="4163892"/>
            <a:chOff x="0" y="0"/>
            <a:chExt cx="9870008" cy="55518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870059" cy="5551805"/>
            </a:xfrm>
            <a:custGeom>
              <a:avLst/>
              <a:gdLst/>
              <a:ahLst/>
              <a:cxnLst/>
              <a:rect l="l" t="t" r="r" b="b"/>
              <a:pathLst>
                <a:path w="9870059" h="5551805">
                  <a:moveTo>
                    <a:pt x="0" y="0"/>
                  </a:moveTo>
                  <a:lnTo>
                    <a:pt x="9870059" y="0"/>
                  </a:lnTo>
                  <a:lnTo>
                    <a:pt x="9870059" y="5551805"/>
                  </a:lnTo>
                  <a:lnTo>
                    <a:pt x="0" y="5551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51" b="-25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69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(bar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466231" y="3675202"/>
            <a:ext cx="6979510" cy="3926024"/>
            <a:chOff x="0" y="0"/>
            <a:chExt cx="9306014" cy="523469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306052" cy="5234686"/>
            </a:xfrm>
            <a:custGeom>
              <a:avLst/>
              <a:gdLst/>
              <a:ahLst/>
              <a:cxnLst/>
              <a:rect l="l" t="t" r="r" b="b"/>
              <a:pathLst>
                <a:path w="9306052" h="5234686">
                  <a:moveTo>
                    <a:pt x="0" y="0"/>
                  </a:moveTo>
                  <a:lnTo>
                    <a:pt x="9306052" y="0"/>
                  </a:lnTo>
                  <a:lnTo>
                    <a:pt x="9306052" y="5234686"/>
                  </a:lnTo>
                  <a:lnTo>
                    <a:pt x="0" y="5234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4" r="-20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 &amp; Future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991" y="5896270"/>
            <a:ext cx="3869331" cy="2453411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2768060" y="6044460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34269" y="670370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269" y="717662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5021837" y="5896270"/>
            <a:ext cx="3869484" cy="2453411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6796907" y="604446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263115" y="670370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63115" y="717662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sp>
        <p:nvSpPr>
          <p:cNvPr id="51" name="Freeform 51" descr="preencoded.png"/>
          <p:cNvSpPr/>
          <p:nvPr/>
        </p:nvSpPr>
        <p:spPr>
          <a:xfrm>
            <a:off x="10217934" y="7065035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3" y="0"/>
                </a:lnTo>
                <a:lnTo>
                  <a:pt x="319183" y="319193"/>
                </a:lnTo>
                <a:lnTo>
                  <a:pt x="0" y="319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6468" b="-26465"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787</Words>
  <Application>Microsoft Office PowerPoint</Application>
  <PresentationFormat>Custom</PresentationFormat>
  <Paragraphs>154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Crimson Pro</vt:lpstr>
      <vt:lpstr>Heebo Bold</vt:lpstr>
      <vt:lpstr>Heebo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6</cp:revision>
  <dcterms:created xsi:type="dcterms:W3CDTF">2006-08-16T00:00:00Z</dcterms:created>
  <dcterms:modified xsi:type="dcterms:W3CDTF">2026-08-12T07:50:12Z</dcterms:modified>
  <dc:identifier>DAHRTjSKlqQ</dc:identifier>
</cp:coreProperties>
</file>
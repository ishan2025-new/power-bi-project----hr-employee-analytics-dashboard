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4085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ct-freak.nl/2007/07/25/links-ibm-ds430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14400" y="18745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100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EMPLOYEE ANALYTICS DASHBOARD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Project on the IBM HR Employee Attrition Dataset</a:t>
            </a:r>
            <a:endParaRPr lang="en-US" sz="17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40B071-2E37-44FC-872B-A33C1BC36B59}"/>
              </a:ext>
            </a:extLst>
          </p:cNvPr>
          <p:cNvGrpSpPr/>
          <p:nvPr/>
        </p:nvGrpSpPr>
        <p:grpSpPr>
          <a:xfrm>
            <a:off x="3581400" y="4251960"/>
            <a:ext cx="5029200" cy="1047042"/>
            <a:chOff x="3584448" y="3794760"/>
            <a:chExt cx="5029200" cy="1047042"/>
          </a:xfrm>
        </p:grpSpPr>
        <p:sp>
          <p:nvSpPr>
            <p:cNvPr id="6" name="Shape 4"/>
            <p:cNvSpPr/>
            <p:nvPr/>
          </p:nvSpPr>
          <p:spPr>
            <a:xfrm>
              <a:off x="3584448" y="3794760"/>
              <a:ext cx="5029200" cy="1047042"/>
            </a:xfrm>
            <a:prstGeom prst="roundRect">
              <a:avLst>
                <a:gd name="adj" fmla="val 5581"/>
              </a:avLst>
            </a:prstGeom>
            <a:solidFill>
              <a:srgbClr val="FCF6F5"/>
            </a:solidFill>
            <a:ln/>
            <a:effectLst>
              <a:outerShdw blurRad="101600" dist="38100" dir="54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3858768" y="4005072"/>
              <a:ext cx="1463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9900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PRESENETED BY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257800" y="4005072"/>
              <a:ext cx="3200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2A2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Rudrashis Chowdhury, Gourab Mondal and Tuhin Roy</a:t>
              </a:r>
              <a:endParaRPr lang="en-US" sz="13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858768" y="4399232"/>
              <a:ext cx="1463040" cy="442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9900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DATE</a:t>
              </a:r>
              <a:endParaRPr lang="en-US" sz="11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257800" y="4399232"/>
              <a:ext cx="3200400" cy="442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2A2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2nd August 2026</a:t>
              </a:r>
              <a:endParaRPr lang="en-US" sz="1300" dirty="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A75D91A-A961-5517-3350-3815964C2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95842" y="711425"/>
            <a:ext cx="2400316" cy="11346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IBM HR attrition data to uncover workforce and attrition trends.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5420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8620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employee attrition impacts cost, productivity, and morale.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7581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7124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03250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Power Query, DAX, and Excel for end-to-end analysis.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928616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4928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8828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520293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 that enables data-driven HR decisions.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0" y="1417320"/>
            <a:ext cx="4846320" cy="4709160"/>
          </a:xfrm>
          <a:prstGeom prst="roundRect">
            <a:avLst>
              <a:gd name="adj" fmla="val 1942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22376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23760" y="22860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CF6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452360" y="2286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23760" y="32461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CF6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452360" y="3246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223760" y="42062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CF6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452360" y="4206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223760" y="51663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CF6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452360" y="5166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(CSV Dataset)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Data Cleaning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3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7830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46120" y="1920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46120" y="2697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3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IBM HR Employee Attrition 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17739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the CSV dataset into Power Query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2395728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09360" y="2395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23408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EmployeeCount, Over18, StandardHours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09360" y="2962656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09360" y="29626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9077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column data types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09360" y="3529584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09360" y="35295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 records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09360" y="4096512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09360" y="4096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40416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missing values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&amp; Calculated Columns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BE9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89888" y="2148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816352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816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89888" y="27706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Left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438144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4381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89888" y="33924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Stayed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059936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4400" y="40599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89888" y="40142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681728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4681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89888" y="46360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5303520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4400" y="5303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89888" y="52578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E8E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6294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29400" y="219456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629400" y="2194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04888" y="2148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29400" y="2816352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629400" y="2816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04888" y="27706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Band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9400" y="3438144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629400" y="34381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04888" y="33924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Tenure Group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 1 – Overview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8138160" cy="4658484"/>
          </a:xfrm>
          <a:prstGeom prst="roundRect">
            <a:avLst>
              <a:gd name="adj" fmla="val 117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images/dash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7955280" cy="44756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005840"/>
            <a:ext cx="2971800" cy="5074920"/>
          </a:xfrm>
          <a:prstGeom prst="roundRect">
            <a:avLst>
              <a:gd name="adj" fmla="val 307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 b="1"/>
          </a:p>
        </p:txBody>
      </p:sp>
      <p:sp>
        <p:nvSpPr>
          <p:cNvPr id="6" name="Text 3"/>
          <p:cNvSpPr/>
          <p:nvPr/>
        </p:nvSpPr>
        <p:spPr>
          <a:xfrm>
            <a:off x="9006840" y="115046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006840" y="1819656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9189720" y="1439896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Total Employees, Employees Left, Attrition Rate, Average Salary</a:t>
            </a:r>
            <a:endParaRPr lang="en-US" sz="1150" b="1" dirty="0"/>
          </a:p>
        </p:txBody>
      </p:sp>
      <p:sp>
        <p:nvSpPr>
          <p:cNvPr id="9" name="Shape 6"/>
          <p:cNvSpPr/>
          <p:nvPr/>
        </p:nvSpPr>
        <p:spPr>
          <a:xfrm>
            <a:off x="9006840" y="2715768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189720" y="2331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by Department and by Job Role</a:t>
            </a:r>
            <a:endParaRPr lang="en-US" sz="1150" b="1" dirty="0"/>
          </a:p>
        </p:txBody>
      </p:sp>
      <p:sp>
        <p:nvSpPr>
          <p:cNvPr id="11" name="Shape 8"/>
          <p:cNvSpPr/>
          <p:nvPr/>
        </p:nvSpPr>
        <p:spPr>
          <a:xfrm>
            <a:off x="9006840" y="3611880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189720" y="32461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Left by Job Role and by Department</a:t>
            </a:r>
            <a:endParaRPr lang="en-US" sz="1150" b="1" dirty="0"/>
          </a:p>
        </p:txBody>
      </p:sp>
      <p:sp>
        <p:nvSpPr>
          <p:cNvPr id="13" name="Shape 10"/>
          <p:cNvSpPr/>
          <p:nvPr/>
        </p:nvSpPr>
        <p:spPr>
          <a:xfrm>
            <a:off x="9006840" y="4507992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242531" y="41376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 and Salary Band split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 2 – Employee Details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8138160" cy="4603829"/>
          </a:xfrm>
          <a:prstGeom prst="roundRect">
            <a:avLst>
              <a:gd name="adj" fmla="val 1192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images/das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097279"/>
            <a:ext cx="7955280" cy="44209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005840"/>
            <a:ext cx="2971800" cy="5074920"/>
          </a:xfrm>
          <a:prstGeom prst="roundRect">
            <a:avLst>
              <a:gd name="adj" fmla="val 307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9006840" y="113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006840" y="1819656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9189720" y="1439904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Details table with drill-through to individual records</a:t>
            </a:r>
            <a:endParaRPr lang="en-US" sz="1150" b="1" dirty="0"/>
          </a:p>
        </p:txBody>
      </p:sp>
      <p:sp>
        <p:nvSpPr>
          <p:cNvPr id="9" name="Shape 6"/>
          <p:cNvSpPr/>
          <p:nvPr/>
        </p:nvSpPr>
        <p:spPr>
          <a:xfrm>
            <a:off x="9006840" y="2715768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189720" y="2336016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by Job Role</a:t>
            </a:r>
            <a:endParaRPr lang="en-US" sz="1150" b="1" dirty="0"/>
          </a:p>
        </p:txBody>
      </p:sp>
      <p:sp>
        <p:nvSpPr>
          <p:cNvPr id="11" name="Shape 8"/>
          <p:cNvSpPr/>
          <p:nvPr/>
        </p:nvSpPr>
        <p:spPr>
          <a:xfrm>
            <a:off x="9006840" y="3611880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189720" y="32321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 by Job Satisfaction</a:t>
            </a:r>
            <a:endParaRPr lang="en-US" sz="1150" b="1" dirty="0"/>
          </a:p>
        </p:txBody>
      </p:sp>
      <p:sp>
        <p:nvSpPr>
          <p:cNvPr id="13" name="Shape 10"/>
          <p:cNvSpPr/>
          <p:nvPr/>
        </p:nvSpPr>
        <p:spPr>
          <a:xfrm>
            <a:off x="9006840" y="4507992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189720" y="4128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 by Company Tenure Group</a:t>
            </a:r>
            <a:endParaRPr lang="en-US" sz="1150" b="1" dirty="0"/>
          </a:p>
        </p:txBody>
      </p:sp>
      <p:sp>
        <p:nvSpPr>
          <p:cNvPr id="15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 3 – Department Performance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8138160" cy="4654317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images/dash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097279"/>
            <a:ext cx="7955280" cy="447143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005840"/>
            <a:ext cx="2971800" cy="5074920"/>
          </a:xfrm>
          <a:prstGeom prst="roundRect">
            <a:avLst>
              <a:gd name="adj" fmla="val 307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9006840" y="1159793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006840" y="1819656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9189720" y="143989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summary table (working years, tenure, income)</a:t>
            </a:r>
            <a:endParaRPr lang="en-US" sz="1150" b="1" dirty="0"/>
          </a:p>
        </p:txBody>
      </p:sp>
      <p:sp>
        <p:nvSpPr>
          <p:cNvPr id="9" name="Shape 6"/>
          <p:cNvSpPr/>
          <p:nvPr/>
        </p:nvSpPr>
        <p:spPr>
          <a:xfrm>
            <a:off x="9006840" y="2715768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189720" y="233601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Left by Job Role and Average Salary by Job Role</a:t>
            </a:r>
            <a:endParaRPr lang="en-US" sz="1150" b="1" dirty="0"/>
          </a:p>
        </p:txBody>
      </p:sp>
      <p:sp>
        <p:nvSpPr>
          <p:cNvPr id="11" name="Shape 8"/>
          <p:cNvSpPr/>
          <p:nvPr/>
        </p:nvSpPr>
        <p:spPr>
          <a:xfrm>
            <a:off x="9006840" y="3611880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189720" y="323212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 breakdown</a:t>
            </a:r>
            <a:endParaRPr lang="en-US" sz="1150" b="1" dirty="0"/>
          </a:p>
        </p:txBody>
      </p:sp>
      <p:sp>
        <p:nvSpPr>
          <p:cNvPr id="13" name="Shape 10"/>
          <p:cNvSpPr/>
          <p:nvPr/>
        </p:nvSpPr>
        <p:spPr>
          <a:xfrm>
            <a:off x="9006840" y="4507992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189720" y="4128234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analysis</a:t>
            </a:r>
            <a:endParaRPr lang="en-US" sz="1150" b="1" dirty="0"/>
          </a:p>
        </p:txBody>
      </p:sp>
      <p:sp>
        <p:nvSpPr>
          <p:cNvPr id="15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214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3716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43400" y="14447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343400" y="21214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Left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3716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138160" y="14447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138160" y="21214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1109960" cy="3017520"/>
          </a:xfrm>
          <a:prstGeom prst="roundRect">
            <a:avLst>
              <a:gd name="adj" fmla="val 3030"/>
            </a:avLst>
          </a:prstGeom>
          <a:solidFill>
            <a:srgbClr val="E8E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886200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4400" y="3886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8130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Development has the highest attrition among departments.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4599432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45994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5262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have the highest average salary of all job roles.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5312664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4400" y="53126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52395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working overtime show a higher likelihood of attrition.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BE9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91640" y="1508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employee engagement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E8E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244144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overtime policies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374136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BE9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22960" y="3493008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3493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337413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career development opportunities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306824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E8E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960" y="4425696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44256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4306824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employee retention programs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239512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BE9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960" y="5358384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5358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23951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regular employee satisfaction surveys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60120" y="138988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HR Analytics Dashboard using Power BI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12848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60120" y="204825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data cleaning using Power Query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871216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270662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DAX measures and calculated columns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29584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0120" y="336499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KPIs and drill-through pages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187952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60120" y="40233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data-driven HR decision-making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40880" y="1463040"/>
            <a:ext cx="4572000" cy="4023360"/>
          </a:xfrm>
          <a:prstGeom prst="roundRect">
            <a:avLst>
              <a:gd name="adj" fmla="val 2727"/>
            </a:avLst>
          </a:prstGeom>
          <a:solidFill>
            <a:srgbClr val="FCF6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040880" y="2377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040880" y="3154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0" y="44805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Rudrashis Chowdhury  •  MCA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Amity University, Noida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476</Words>
  <Application>Microsoft Office PowerPoint</Application>
  <PresentationFormat>Widescreen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Rudrashis Chowdhury</cp:lastModifiedBy>
  <cp:revision>11</cp:revision>
  <dcterms:created xsi:type="dcterms:W3CDTF">2026-08-02T09:40:31Z</dcterms:created>
  <dcterms:modified xsi:type="dcterms:W3CDTF">2026-08-02T09:52:01Z</dcterms:modified>
</cp:coreProperties>
</file>